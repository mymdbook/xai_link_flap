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8" r:id="rId5"/>
  </p:sldMasterIdLst>
  <p:notesMasterIdLst>
    <p:notesMasterId r:id="rId28"/>
  </p:notesMasterIdLst>
  <p:sldIdLst>
    <p:sldId id="257" r:id="rId6"/>
    <p:sldId id="1827" r:id="rId7"/>
    <p:sldId id="1841" r:id="rId8"/>
    <p:sldId id="267" r:id="rId9"/>
    <p:sldId id="1850" r:id="rId10"/>
    <p:sldId id="1843" r:id="rId11"/>
    <p:sldId id="1844" r:id="rId12"/>
    <p:sldId id="1845" r:id="rId13"/>
    <p:sldId id="1846" r:id="rId14"/>
    <p:sldId id="1847" r:id="rId15"/>
    <p:sldId id="1848" r:id="rId16"/>
    <p:sldId id="1849" r:id="rId17"/>
    <p:sldId id="1831" r:id="rId18"/>
    <p:sldId id="1779" r:id="rId19"/>
    <p:sldId id="1833" r:id="rId20"/>
    <p:sldId id="1832" r:id="rId21"/>
    <p:sldId id="1842" r:id="rId22"/>
    <p:sldId id="1836" r:id="rId23"/>
    <p:sldId id="1839" r:id="rId24"/>
    <p:sldId id="1840" r:id="rId25"/>
    <p:sldId id="1837" r:id="rId26"/>
    <p:sldId id="1838" r:id="rId2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256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E43D30"/>
    <a:srgbClr val="FEFEFE"/>
    <a:srgbClr val="759C30"/>
    <a:srgbClr val="73992F"/>
    <a:srgbClr val="41561A"/>
    <a:srgbClr val="DADAD7"/>
    <a:srgbClr val="F3F3F2"/>
    <a:srgbClr val="F2F2F2"/>
    <a:srgbClr val="7BA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1A781-2EE7-BA42-8044-AD34B058D65C}" v="1097" dt="2025-12-19T03:41:45.738"/>
    <p1510:client id="{280158D5-4B1B-8F4E-86BA-977556C91B6D}" v="515" dt="2025-12-19T05:48:24.482"/>
    <p1510:client id="{BAF4213A-A821-8840-875D-C07F5946E956}" v="161" dt="2025-12-18T07:02:48.521"/>
    <p1510:client id="{F330F2E0-610F-5BFD-EF3F-A884E7E7C691}" v="25" dt="2025-12-19T03:18:50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Goal : 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Results 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 custT="1"/>
      <dgm:spPr/>
      <dgm:t>
        <a:bodyPr/>
        <a:lstStyle/>
        <a:p>
          <a:r>
            <a:rPr lang="en-US" sz="1800"/>
            <a:t>Investigate near-end (TP4) and far-end (MCB) optical signal quality and margins for AEC.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E47D9BA5-1C9E-194C-A482-156636E06EAE}">
      <dgm:prSet phldrT="[Text]" custT="1"/>
      <dgm:spPr/>
      <dgm:t>
        <a:bodyPr/>
        <a:lstStyle/>
        <a:p>
          <a:r>
            <a:rPr lang="en-US" sz="1800" b="0"/>
            <a:t>Testing done with 2 different QFX5240 – one from the lab and one RMA from customer. </a:t>
          </a:r>
        </a:p>
      </dgm:t>
    </dgm:pt>
    <dgm:pt modelId="{16AB2E2B-606A-8848-BA6E-AE1AE368FDB3}" type="parTrans" cxnId="{75A82C40-E797-154C-AF55-1AF77DAA09E4}">
      <dgm:prSet/>
      <dgm:spPr/>
      <dgm:t>
        <a:bodyPr/>
        <a:lstStyle/>
        <a:p>
          <a:endParaRPr lang="en-US"/>
        </a:p>
      </dgm:t>
    </dgm:pt>
    <dgm:pt modelId="{BA819F33-39AA-1748-89D5-62B9BBF0364F}" type="sibTrans" cxnId="{75A82C40-E797-154C-AF55-1AF77DAA09E4}">
      <dgm:prSet/>
      <dgm:spPr/>
      <dgm:t>
        <a:bodyPr/>
        <a:lstStyle/>
        <a:p>
          <a:endParaRPr lang="en-US"/>
        </a:p>
      </dgm:t>
    </dgm:pt>
    <dgm:pt modelId="{5388D415-7534-B84E-B6DB-19897B4DEC5C}">
      <dgm:prSet phldrT="[Text]" custT="1"/>
      <dgm:spPr/>
      <dgm:t>
        <a:bodyPr/>
        <a:lstStyle/>
        <a:p>
          <a:r>
            <a:rPr lang="en-US" sz="1800" b="0"/>
            <a:t>Far end signals were characterized on both 400G Q112 ends of the 5m AEC Y-cable.</a:t>
          </a:r>
        </a:p>
      </dgm:t>
    </dgm:pt>
    <dgm:pt modelId="{50321950-7A55-EB49-965C-C5475A360D16}" type="parTrans" cxnId="{2A2304B5-F3EC-134B-9BAE-CAA3F92F48BA}">
      <dgm:prSet/>
      <dgm:spPr/>
      <dgm:t>
        <a:bodyPr/>
        <a:lstStyle/>
        <a:p>
          <a:endParaRPr lang="en-US"/>
        </a:p>
      </dgm:t>
    </dgm:pt>
    <dgm:pt modelId="{27E62A00-9501-A849-80BA-1414FA2D39A1}" type="sibTrans" cxnId="{2A2304B5-F3EC-134B-9BAE-CAA3F92F48BA}">
      <dgm:prSet/>
      <dgm:spPr/>
      <dgm:t>
        <a:bodyPr/>
        <a:lstStyle/>
        <a:p>
          <a:endParaRPr lang="en-US"/>
        </a:p>
      </dgm:t>
    </dgm:pt>
    <dgm:pt modelId="{74F5E3F2-4076-4B05-89A8-45882310E77B}">
      <dgm:prSet phldrT="[Text]" custT="1"/>
      <dgm:spPr/>
      <dgm:t>
        <a:bodyPr/>
        <a:lstStyle/>
        <a:p>
          <a:r>
            <a:rPr lang="en-US" sz="1800" b="0"/>
            <a:t>In each case, all lanes show passing results with no issues seen. </a:t>
          </a:r>
        </a:p>
      </dgm:t>
    </dgm:pt>
    <dgm:pt modelId="{EB735C07-ECF1-42C7-9781-26818B7E2A96}" type="parTrans" cxnId="{A98582E1-1652-4933-8187-B1C6B96897B7}">
      <dgm:prSet/>
      <dgm:spPr/>
      <dgm:t>
        <a:bodyPr/>
        <a:lstStyle/>
        <a:p>
          <a:endParaRPr lang="en-US"/>
        </a:p>
      </dgm:t>
    </dgm:pt>
    <dgm:pt modelId="{8E582DF4-A658-43CC-8C1C-7B160A9BCA39}" type="sibTrans" cxnId="{A98582E1-1652-4933-8187-B1C6B96897B7}">
      <dgm:prSet/>
      <dgm:spPr/>
      <dgm:t>
        <a:bodyPr/>
        <a:lstStyle/>
        <a:p>
          <a:endParaRPr lang="en-US"/>
        </a:p>
      </dgm:t>
    </dgm:pt>
    <dgm:pt modelId="{293C7988-92F9-4166-A332-CD8496C1B00C}">
      <dgm:prSet phldrT="[Text]" custT="1"/>
      <dgm:spPr/>
      <dgm:t>
        <a:bodyPr/>
        <a:lstStyle/>
        <a:p>
          <a:r>
            <a:rPr lang="en-US" sz="1800" b="0"/>
            <a:t>Also, no notable difference in optical signal quality between lab and RMA chassis. </a:t>
          </a:r>
        </a:p>
      </dgm:t>
    </dgm:pt>
    <dgm:pt modelId="{4A28F0CD-F334-4E2E-B8BA-E11D1800065A}" type="parTrans" cxnId="{5D6C449C-C4F9-47E5-823B-7F20ADA33087}">
      <dgm:prSet/>
      <dgm:spPr/>
      <dgm:t>
        <a:bodyPr/>
        <a:lstStyle/>
        <a:p>
          <a:endParaRPr lang="en-US"/>
        </a:p>
      </dgm:t>
    </dgm:pt>
    <dgm:pt modelId="{CA86006D-A6F0-4022-950E-6848B23EBD9D}" type="sibTrans" cxnId="{5D6C449C-C4F9-47E5-823B-7F20ADA33087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2"/>
      <dgm:spPr/>
    </dgm:pt>
    <dgm:pt modelId="{0FFF73C2-BC43-6544-9EAF-903D18DA5CF6}" type="pres">
      <dgm:prSet presAssocID="{CE5484D8-41D4-B540-A8E1-2F1F8745CEE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2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2"/>
      <dgm:spPr/>
    </dgm:pt>
    <dgm:pt modelId="{89C92F11-1146-FD46-A972-F79683A0273B}" type="pres">
      <dgm:prSet presAssocID="{BC53C3EB-50A8-9546-BD95-C51B12141D8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439F0434-294D-4C42-8BF2-B017459C7AF1}" type="presOf" srcId="{76D77872-807B-7D41-B1E9-8B5EBE61BD95}" destId="{DF97A215-82F2-3440-8004-35A47682AE14}" srcOrd="0" destOrd="0" presId="urn:microsoft.com/office/officeart/2005/8/layout/list1"/>
    <dgm:cxn modelId="{1ADCD135-6658-4A86-A7FC-47ED653BB0D4}" type="presOf" srcId="{5388D415-7534-B84E-B6DB-19897B4DEC5C}" destId="{374CCD99-E516-D044-A3FA-5A72D29511E5}" srcOrd="0" destOrd="1" presId="urn:microsoft.com/office/officeart/2005/8/layout/list1"/>
    <dgm:cxn modelId="{0443473F-10DA-4F2A-9AB2-03E440CA89A1}" type="presOf" srcId="{CE5484D8-41D4-B540-A8E1-2F1F8745CEEC}" destId="{0FFF73C2-BC43-6544-9EAF-903D18DA5CF6}" srcOrd="1" destOrd="0" presId="urn:microsoft.com/office/officeart/2005/8/layout/list1"/>
    <dgm:cxn modelId="{75A82C40-E797-154C-AF55-1AF77DAA09E4}" srcId="{BC53C3EB-50A8-9546-BD95-C51B12141D8D}" destId="{E47D9BA5-1C9E-194C-A482-156636E06EAE}" srcOrd="0" destOrd="0" parTransId="{16AB2E2B-606A-8848-BA6E-AE1AE368FDB3}" sibTransId="{BA819F33-39AA-1748-89D5-62B9BBF0364F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5D1A1D42-0DD1-4110-81D6-80690BCEA9B6}" type="presOf" srcId="{E47D9BA5-1C9E-194C-A482-156636E06EAE}" destId="{374CCD99-E516-D044-A3FA-5A72D29511E5}" srcOrd="0" destOrd="0" presId="urn:microsoft.com/office/officeart/2005/8/layout/list1"/>
    <dgm:cxn modelId="{CAEB8A67-7A09-45A7-A74C-459228644127}" type="presOf" srcId="{CE5484D8-41D4-B540-A8E1-2F1F8745CEEC}" destId="{6650C0D7-75F9-7F40-8838-D557E0046C11}" srcOrd="0" destOrd="0" presId="urn:microsoft.com/office/officeart/2005/8/layout/list1"/>
    <dgm:cxn modelId="{0359D97C-F39F-409E-82A0-8E69911BF1E3}" type="presOf" srcId="{BC53C3EB-50A8-9546-BD95-C51B12141D8D}" destId="{89C92F11-1146-FD46-A972-F79683A0273B}" srcOrd="1" destOrd="0" presId="urn:microsoft.com/office/officeart/2005/8/layout/list1"/>
    <dgm:cxn modelId="{5D6C449C-C4F9-47E5-823B-7F20ADA33087}" srcId="{BC53C3EB-50A8-9546-BD95-C51B12141D8D}" destId="{293C7988-92F9-4166-A332-CD8496C1B00C}" srcOrd="3" destOrd="0" parTransId="{4A28F0CD-F334-4E2E-B8BA-E11D1800065A}" sibTransId="{CA86006D-A6F0-4022-950E-6848B23EBD9D}"/>
    <dgm:cxn modelId="{2A2304B5-F3EC-134B-9BAE-CAA3F92F48BA}" srcId="{BC53C3EB-50A8-9546-BD95-C51B12141D8D}" destId="{5388D415-7534-B84E-B6DB-19897B4DEC5C}" srcOrd="1" destOrd="0" parTransId="{50321950-7A55-EB49-965C-C5475A360D16}" sibTransId="{27E62A00-9501-A849-80BA-1414FA2D39A1}"/>
    <dgm:cxn modelId="{C81F2EBC-CE5A-4225-8EC1-23556E86A789}" type="presOf" srcId="{74F5E3F2-4076-4B05-89A8-45882310E77B}" destId="{374CCD99-E516-D044-A3FA-5A72D29511E5}" srcOrd="0" destOrd="2" presId="urn:microsoft.com/office/officeart/2005/8/layout/list1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A98582E1-1652-4933-8187-B1C6B96897B7}" srcId="{BC53C3EB-50A8-9546-BD95-C51B12141D8D}" destId="{74F5E3F2-4076-4B05-89A8-45882310E77B}" srcOrd="2" destOrd="0" parTransId="{EB735C07-ECF1-42C7-9781-26818B7E2A96}" sibTransId="{8E582DF4-A658-43CC-8C1C-7B160A9BCA39}"/>
    <dgm:cxn modelId="{422937E8-8A87-4907-A4D6-9330F2EE9F43}" type="presOf" srcId="{BC53C3EB-50A8-9546-BD95-C51B12141D8D}" destId="{1A78DEB2-5D90-AE43-BD57-22F22FB60A6B}" srcOrd="0" destOrd="0" presId="urn:microsoft.com/office/officeart/2005/8/layout/list1"/>
    <dgm:cxn modelId="{1F068BFA-5BC1-489F-B213-E36C57B215A7}" type="presOf" srcId="{293C7988-92F9-4166-A332-CD8496C1B00C}" destId="{374CCD99-E516-D044-A3FA-5A72D29511E5}" srcOrd="0" destOrd="3" presId="urn:microsoft.com/office/officeart/2005/8/layout/list1"/>
    <dgm:cxn modelId="{76C1351B-8E74-4211-8DC5-DC42A337E41C}" type="presParOf" srcId="{EFBA8D6B-95E1-C54A-9099-D24D9AD2AE41}" destId="{57DAE2FD-5FDE-BF40-A7B2-B7E9AB0F7C41}" srcOrd="0" destOrd="0" presId="urn:microsoft.com/office/officeart/2005/8/layout/list1"/>
    <dgm:cxn modelId="{322E38E4-5C73-4A1B-8D5C-735CA998BE32}" type="presParOf" srcId="{57DAE2FD-5FDE-BF40-A7B2-B7E9AB0F7C41}" destId="{6650C0D7-75F9-7F40-8838-D557E0046C11}" srcOrd="0" destOrd="0" presId="urn:microsoft.com/office/officeart/2005/8/layout/list1"/>
    <dgm:cxn modelId="{6D30D9E9-F54F-49B6-BC43-F4CD88B40E9C}" type="presParOf" srcId="{57DAE2FD-5FDE-BF40-A7B2-B7E9AB0F7C41}" destId="{0FFF73C2-BC43-6544-9EAF-903D18DA5CF6}" srcOrd="1" destOrd="0" presId="urn:microsoft.com/office/officeart/2005/8/layout/list1"/>
    <dgm:cxn modelId="{7984E452-8447-4ECE-885C-BB3E925803F5}" type="presParOf" srcId="{EFBA8D6B-95E1-C54A-9099-D24D9AD2AE41}" destId="{22F6F20F-893D-1449-9DDA-E2B7FF36B629}" srcOrd="1" destOrd="0" presId="urn:microsoft.com/office/officeart/2005/8/layout/list1"/>
    <dgm:cxn modelId="{BEE4C429-C45F-4836-9014-DE37373516E0}" type="presParOf" srcId="{EFBA8D6B-95E1-C54A-9099-D24D9AD2AE41}" destId="{DF97A215-82F2-3440-8004-35A47682AE14}" srcOrd="2" destOrd="0" presId="urn:microsoft.com/office/officeart/2005/8/layout/list1"/>
    <dgm:cxn modelId="{05F8F236-BBC4-406E-96C6-AA4BC923244D}" type="presParOf" srcId="{EFBA8D6B-95E1-C54A-9099-D24D9AD2AE41}" destId="{0A4FF737-5E74-2740-91A3-3185B2DE8F7B}" srcOrd="3" destOrd="0" presId="urn:microsoft.com/office/officeart/2005/8/layout/list1"/>
    <dgm:cxn modelId="{4FB56F82-ECEC-4198-BDB9-4BB16D6B2D9E}" type="presParOf" srcId="{EFBA8D6B-95E1-C54A-9099-D24D9AD2AE41}" destId="{20E182F1-DBFA-7C48-A2FF-95977D106FCE}" srcOrd="4" destOrd="0" presId="urn:microsoft.com/office/officeart/2005/8/layout/list1"/>
    <dgm:cxn modelId="{B1DEDAA3-316C-477A-BBB0-5E7B4629B056}" type="presParOf" srcId="{20E182F1-DBFA-7C48-A2FF-95977D106FCE}" destId="{1A78DEB2-5D90-AE43-BD57-22F22FB60A6B}" srcOrd="0" destOrd="0" presId="urn:microsoft.com/office/officeart/2005/8/layout/list1"/>
    <dgm:cxn modelId="{6DE4D6CB-5BF8-4F8F-B28A-BB59E5C9C5B6}" type="presParOf" srcId="{20E182F1-DBFA-7C48-A2FF-95977D106FCE}" destId="{89C92F11-1146-FD46-A972-F79683A0273B}" srcOrd="1" destOrd="0" presId="urn:microsoft.com/office/officeart/2005/8/layout/list1"/>
    <dgm:cxn modelId="{1457BE05-0003-4A29-AFBD-D796001C624E}" type="presParOf" srcId="{EFBA8D6B-95E1-C54A-9099-D24D9AD2AE41}" destId="{8273A3B0-A396-AD42-AA4F-E7E18CE80600}" srcOrd="5" destOrd="0" presId="urn:microsoft.com/office/officeart/2005/8/layout/list1"/>
    <dgm:cxn modelId="{52E99ECE-F910-431F-B432-A7DB2AB4B64C}" type="presParOf" srcId="{EFBA8D6B-95E1-C54A-9099-D24D9AD2AE41}" destId="{374CCD99-E516-D044-A3FA-5A72D29511E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Goal : 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Results 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8EBB4BF1-2B2A-3640-8148-D601E75E5FC6}">
      <dgm:prSet phldrT="[Text]"/>
      <dgm:spPr/>
      <dgm:t>
        <a:bodyPr/>
        <a:lstStyle/>
        <a:p>
          <a:r>
            <a:rPr lang="en-US"/>
            <a:t>Next Steps </a:t>
          </a:r>
        </a:p>
      </dgm:t>
    </dgm:pt>
    <dgm:pt modelId="{3B224BE4-70E5-8044-8282-DAF7564D5CAF}" type="parTrans" cxnId="{F1128C38-1FA5-EB4E-AF7A-C88C9F6894CB}">
      <dgm:prSet/>
      <dgm:spPr/>
      <dgm:t>
        <a:bodyPr/>
        <a:lstStyle/>
        <a:p>
          <a:endParaRPr lang="en-US"/>
        </a:p>
      </dgm:t>
    </dgm:pt>
    <dgm:pt modelId="{5B635FA5-49B6-4344-941A-C13BC5583D0C}" type="sibTrans" cxnId="{F1128C38-1FA5-EB4E-AF7A-C88C9F6894CB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 custT="1"/>
      <dgm:spPr/>
      <dgm:t>
        <a:bodyPr/>
        <a:lstStyle/>
        <a:p>
          <a:r>
            <a:rPr lang="en-US" sz="1800"/>
            <a:t>Investigate the possibility of any “bad batch” / “bad lot” issue causing failures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E47D9BA5-1C9E-194C-A482-156636E06EAE}">
      <dgm:prSet phldrT="[Text]" custT="1"/>
      <dgm:spPr/>
      <dgm:t>
        <a:bodyPr/>
        <a:lstStyle/>
        <a:p>
          <a:r>
            <a:rPr lang="en-US" sz="1600" b="1"/>
            <a:t>Build Date</a:t>
          </a:r>
          <a:r>
            <a:rPr lang="en-US" sz="1600"/>
            <a:t>: 11 failed S/Ns are from 9 different assembly dates. (Oct 2024 – June 2025)</a:t>
          </a:r>
        </a:p>
      </dgm:t>
    </dgm:pt>
    <dgm:pt modelId="{16AB2E2B-606A-8848-BA6E-AE1AE368FDB3}" type="parTrans" cxnId="{75A82C40-E797-154C-AF55-1AF77DAA09E4}">
      <dgm:prSet/>
      <dgm:spPr/>
      <dgm:t>
        <a:bodyPr/>
        <a:lstStyle/>
        <a:p>
          <a:endParaRPr lang="en-US"/>
        </a:p>
      </dgm:t>
    </dgm:pt>
    <dgm:pt modelId="{BA819F33-39AA-1748-89D5-62B9BBF0364F}" type="sibTrans" cxnId="{75A82C40-E797-154C-AF55-1AF77DAA09E4}">
      <dgm:prSet/>
      <dgm:spPr/>
      <dgm:t>
        <a:bodyPr/>
        <a:lstStyle/>
        <a:p>
          <a:endParaRPr lang="en-US"/>
        </a:p>
      </dgm:t>
    </dgm:pt>
    <dgm:pt modelId="{5388D415-7534-B84E-B6DB-19897B4DEC5C}">
      <dgm:prSet phldrT="[Text]" custT="1"/>
      <dgm:spPr/>
      <dgm:t>
        <a:bodyPr/>
        <a:lstStyle/>
        <a:p>
          <a:r>
            <a:rPr lang="en-US" sz="1600" b="1" err="1"/>
            <a:t>Mfg</a:t>
          </a:r>
          <a:r>
            <a:rPr lang="en-US" sz="1600" b="1"/>
            <a:t> Site</a:t>
          </a:r>
          <a:r>
            <a:rPr lang="en-US" sz="1600"/>
            <a:t>: 11 failed units from 3 different </a:t>
          </a:r>
          <a:r>
            <a:rPr lang="en-US" sz="1600" err="1"/>
            <a:t>Accton</a:t>
          </a:r>
          <a:r>
            <a:rPr lang="en-US" sz="1600"/>
            <a:t> production lines in 3 locations (VN, TW-ZB, TW-ZN)</a:t>
          </a:r>
        </a:p>
      </dgm:t>
    </dgm:pt>
    <dgm:pt modelId="{50321950-7A55-EB49-965C-C5475A360D16}" type="parTrans" cxnId="{2A2304B5-F3EC-134B-9BAE-CAA3F92F48BA}">
      <dgm:prSet/>
      <dgm:spPr/>
      <dgm:t>
        <a:bodyPr/>
        <a:lstStyle/>
        <a:p>
          <a:endParaRPr lang="en-US"/>
        </a:p>
      </dgm:t>
    </dgm:pt>
    <dgm:pt modelId="{27E62A00-9501-A849-80BA-1414FA2D39A1}" type="sibTrans" cxnId="{2A2304B5-F3EC-134B-9BAE-CAA3F92F48BA}">
      <dgm:prSet/>
      <dgm:spPr/>
      <dgm:t>
        <a:bodyPr/>
        <a:lstStyle/>
        <a:p>
          <a:endParaRPr lang="en-US"/>
        </a:p>
      </dgm:t>
    </dgm:pt>
    <dgm:pt modelId="{0AF1DF75-F76F-4829-ADFA-EE078037E5A6}">
      <dgm:prSet phldrT="[Text]" custT="1"/>
      <dgm:spPr/>
      <dgm:t>
        <a:bodyPr/>
        <a:lstStyle/>
        <a:p>
          <a:r>
            <a:rPr lang="en-US" sz="1600"/>
            <a:t>11 failures out of 700+ systems in x.AI deployment. Customer reports once a failing unit is replaced, new unit is stable and does not show same failure mode. </a:t>
          </a:r>
        </a:p>
      </dgm:t>
    </dgm:pt>
    <dgm:pt modelId="{963D98F4-1A90-4894-96F8-520FE4237947}" type="parTrans" cxnId="{ED4B6B5D-1CA1-42B0-92FE-9DCEEEB251A9}">
      <dgm:prSet/>
      <dgm:spPr/>
      <dgm:t>
        <a:bodyPr/>
        <a:lstStyle/>
        <a:p>
          <a:endParaRPr lang="en-US"/>
        </a:p>
      </dgm:t>
    </dgm:pt>
    <dgm:pt modelId="{41F020FE-3A94-40C2-B517-AF19C2E23984}" type="sibTrans" cxnId="{ED4B6B5D-1CA1-42B0-92FE-9DCEEEB251A9}">
      <dgm:prSet/>
      <dgm:spPr/>
      <dgm:t>
        <a:bodyPr/>
        <a:lstStyle/>
        <a:p>
          <a:endParaRPr lang="en-US"/>
        </a:p>
      </dgm:t>
    </dgm:pt>
    <dgm:pt modelId="{874F7232-D49E-408C-9BC1-E54437C7368E}">
      <dgm:prSet custT="1"/>
      <dgm:spPr/>
      <dgm:t>
        <a:bodyPr/>
        <a:lstStyle/>
        <a:p>
          <a:r>
            <a:rPr lang="en-US" sz="1800"/>
            <a:t>Investigating DC/LC trends for timing module and components</a:t>
          </a:r>
        </a:p>
      </dgm:t>
    </dgm:pt>
    <dgm:pt modelId="{101F4852-D67C-4011-8190-77812DA152D0}" type="parTrans" cxnId="{3BAA6889-4E72-4967-8C93-F860D07E966D}">
      <dgm:prSet/>
      <dgm:spPr/>
      <dgm:t>
        <a:bodyPr/>
        <a:lstStyle/>
        <a:p>
          <a:endParaRPr lang="en-US"/>
        </a:p>
      </dgm:t>
    </dgm:pt>
    <dgm:pt modelId="{C361E0EB-FCF5-4054-88C1-0FF0A8806CD9}" type="sibTrans" cxnId="{3BAA6889-4E72-4967-8C93-F860D07E966D}">
      <dgm:prSet/>
      <dgm:spPr/>
      <dgm:t>
        <a:bodyPr/>
        <a:lstStyle/>
        <a:p>
          <a:endParaRPr lang="en-US"/>
        </a:p>
      </dgm:t>
    </dgm:pt>
    <dgm:pt modelId="{F5FC4668-E9F2-4780-945E-C3CDC465A67B}">
      <dgm:prSet phldrT="[Text]" custT="1"/>
      <dgm:spPr/>
      <dgm:t>
        <a:bodyPr/>
        <a:lstStyle/>
        <a:p>
          <a:r>
            <a:rPr lang="en-US" sz="1600" b="1"/>
            <a:t>Broadcom</a:t>
          </a:r>
          <a:r>
            <a:rPr lang="en-US" sz="1600"/>
            <a:t> TH5: 3 different date codes, 5 different lot codes</a:t>
          </a:r>
        </a:p>
      </dgm:t>
    </dgm:pt>
    <dgm:pt modelId="{D7FF88E8-F6E9-404A-93E5-8238F907DF48}" type="parTrans" cxnId="{A5DF42D3-F88E-4696-8F1E-6EBDEF8A04E1}">
      <dgm:prSet/>
      <dgm:spPr/>
      <dgm:t>
        <a:bodyPr/>
        <a:lstStyle/>
        <a:p>
          <a:endParaRPr lang="en-US"/>
        </a:p>
      </dgm:t>
    </dgm:pt>
    <dgm:pt modelId="{D86226CB-649C-470B-BF29-B64A9D7D53D2}" type="sibTrans" cxnId="{A5DF42D3-F88E-4696-8F1E-6EBDEF8A04E1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3"/>
      <dgm:spPr/>
    </dgm:pt>
    <dgm:pt modelId="{0FFF73C2-BC43-6544-9EAF-903D18DA5CF6}" type="pres">
      <dgm:prSet presAssocID="{CE5484D8-41D4-B540-A8E1-2F1F8745CE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3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3"/>
      <dgm:spPr/>
    </dgm:pt>
    <dgm:pt modelId="{89C92F11-1146-FD46-A972-F79683A0273B}" type="pres">
      <dgm:prSet presAssocID="{BC53C3EB-50A8-9546-BD95-C51B1214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3">
        <dgm:presLayoutVars>
          <dgm:bulletEnabled val="1"/>
        </dgm:presLayoutVars>
      </dgm:prSet>
      <dgm:spPr/>
    </dgm:pt>
    <dgm:pt modelId="{6D66B7FD-0821-524C-BEA4-7DEB9F464399}" type="pres">
      <dgm:prSet presAssocID="{F6D51BD7-1D44-3748-9FFC-10D1289F4082}" presName="spaceBetweenRectangles" presStyleCnt="0"/>
      <dgm:spPr/>
    </dgm:pt>
    <dgm:pt modelId="{423E042B-AF12-F348-8BD3-06983B0A9AEE}" type="pres">
      <dgm:prSet presAssocID="{8EBB4BF1-2B2A-3640-8148-D601E75E5FC6}" presName="parentLin" presStyleCnt="0"/>
      <dgm:spPr/>
    </dgm:pt>
    <dgm:pt modelId="{041C6249-A0BB-A249-998A-F9FA65331F7A}" type="pres">
      <dgm:prSet presAssocID="{8EBB4BF1-2B2A-3640-8148-D601E75E5FC6}" presName="parentLeftMargin" presStyleLbl="node1" presStyleIdx="1" presStyleCnt="3"/>
      <dgm:spPr/>
    </dgm:pt>
    <dgm:pt modelId="{4C59F936-E005-4742-81F7-A931281797F0}" type="pres">
      <dgm:prSet presAssocID="{8EBB4BF1-2B2A-3640-8148-D601E75E5F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29C9B-A81C-D342-9740-4BE0D425F135}" type="pres">
      <dgm:prSet presAssocID="{8EBB4BF1-2B2A-3640-8148-D601E75E5FC6}" presName="negativeSpace" presStyleCnt="0"/>
      <dgm:spPr/>
    </dgm:pt>
    <dgm:pt modelId="{D3695FFB-C459-B546-8279-37D92283F726}" type="pres">
      <dgm:prSet presAssocID="{8EBB4BF1-2B2A-3640-8148-D601E75E5F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439F0434-294D-4C42-8BF2-B017459C7AF1}" type="presOf" srcId="{76D77872-807B-7D41-B1E9-8B5EBE61BD95}" destId="{DF97A215-82F2-3440-8004-35A47682AE14}" srcOrd="0" destOrd="0" presId="urn:microsoft.com/office/officeart/2005/8/layout/list1"/>
    <dgm:cxn modelId="{1ADCD135-6658-4A86-A7FC-47ED653BB0D4}" type="presOf" srcId="{5388D415-7534-B84E-B6DB-19897B4DEC5C}" destId="{374CCD99-E516-D044-A3FA-5A72D29511E5}" srcOrd="0" destOrd="1" presId="urn:microsoft.com/office/officeart/2005/8/layout/list1"/>
    <dgm:cxn modelId="{F1128C38-1FA5-EB4E-AF7A-C88C9F6894CB}" srcId="{ED550E00-98B4-A645-8F49-A2F694859107}" destId="{8EBB4BF1-2B2A-3640-8148-D601E75E5FC6}" srcOrd="2" destOrd="0" parTransId="{3B224BE4-70E5-8044-8282-DAF7564D5CAF}" sibTransId="{5B635FA5-49B6-4344-941A-C13BC5583D0C}"/>
    <dgm:cxn modelId="{0443473F-10DA-4F2A-9AB2-03E440CA89A1}" type="presOf" srcId="{CE5484D8-41D4-B540-A8E1-2F1F8745CEEC}" destId="{0FFF73C2-BC43-6544-9EAF-903D18DA5CF6}" srcOrd="1" destOrd="0" presId="urn:microsoft.com/office/officeart/2005/8/layout/list1"/>
    <dgm:cxn modelId="{75A82C40-E797-154C-AF55-1AF77DAA09E4}" srcId="{BC53C3EB-50A8-9546-BD95-C51B12141D8D}" destId="{E47D9BA5-1C9E-194C-A482-156636E06EAE}" srcOrd="0" destOrd="0" parTransId="{16AB2E2B-606A-8848-BA6E-AE1AE368FDB3}" sibTransId="{BA819F33-39AA-1748-89D5-62B9BBF0364F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5D1A1D42-0DD1-4110-81D6-80690BCEA9B6}" type="presOf" srcId="{E47D9BA5-1C9E-194C-A482-156636E06EAE}" destId="{374CCD99-E516-D044-A3FA-5A72D29511E5}" srcOrd="0" destOrd="0" presId="urn:microsoft.com/office/officeart/2005/8/layout/list1"/>
    <dgm:cxn modelId="{7CF1C74F-E773-46CD-890A-37ADDED1A696}" type="presOf" srcId="{F5FC4668-E9F2-4780-945E-C3CDC465A67B}" destId="{374CCD99-E516-D044-A3FA-5A72D29511E5}" srcOrd="0" destOrd="2" presId="urn:microsoft.com/office/officeart/2005/8/layout/list1"/>
    <dgm:cxn modelId="{ED4B6B5D-1CA1-42B0-92FE-9DCEEEB251A9}" srcId="{76D77872-807B-7D41-B1E9-8B5EBE61BD95}" destId="{0AF1DF75-F76F-4829-ADFA-EE078037E5A6}" srcOrd="0" destOrd="0" parTransId="{963D98F4-1A90-4894-96F8-520FE4237947}" sibTransId="{41F020FE-3A94-40C2-B517-AF19C2E23984}"/>
    <dgm:cxn modelId="{CAEB8A67-7A09-45A7-A74C-459228644127}" type="presOf" srcId="{CE5484D8-41D4-B540-A8E1-2F1F8745CEEC}" destId="{6650C0D7-75F9-7F40-8838-D557E0046C11}" srcOrd="0" destOrd="0" presId="urn:microsoft.com/office/officeart/2005/8/layout/list1"/>
    <dgm:cxn modelId="{F8A75F72-4ABC-4FB4-9434-D665F6679E4E}" type="presOf" srcId="{0AF1DF75-F76F-4829-ADFA-EE078037E5A6}" destId="{DF97A215-82F2-3440-8004-35A47682AE14}" srcOrd="0" destOrd="1" presId="urn:microsoft.com/office/officeart/2005/8/layout/list1"/>
    <dgm:cxn modelId="{41D17F75-27ED-4D29-9091-E710C46213C1}" type="presOf" srcId="{874F7232-D49E-408C-9BC1-E54437C7368E}" destId="{D3695FFB-C459-B546-8279-37D92283F726}" srcOrd="0" destOrd="0" presId="urn:microsoft.com/office/officeart/2005/8/layout/list1"/>
    <dgm:cxn modelId="{0359D97C-F39F-409E-82A0-8E69911BF1E3}" type="presOf" srcId="{BC53C3EB-50A8-9546-BD95-C51B12141D8D}" destId="{89C92F11-1146-FD46-A972-F79683A0273B}" srcOrd="1" destOrd="0" presId="urn:microsoft.com/office/officeart/2005/8/layout/list1"/>
    <dgm:cxn modelId="{3BAA6889-4E72-4967-8C93-F860D07E966D}" srcId="{8EBB4BF1-2B2A-3640-8148-D601E75E5FC6}" destId="{874F7232-D49E-408C-9BC1-E54437C7368E}" srcOrd="0" destOrd="0" parTransId="{101F4852-D67C-4011-8190-77812DA152D0}" sibTransId="{C361E0EB-FCF5-4054-88C1-0FF0A8806CD9}"/>
    <dgm:cxn modelId="{2A2304B5-F3EC-134B-9BAE-CAA3F92F48BA}" srcId="{BC53C3EB-50A8-9546-BD95-C51B12141D8D}" destId="{5388D415-7534-B84E-B6DB-19897B4DEC5C}" srcOrd="1" destOrd="0" parTransId="{50321950-7A55-EB49-965C-C5475A360D16}" sibTransId="{27E62A00-9501-A849-80BA-1414FA2D39A1}"/>
    <dgm:cxn modelId="{630DF2C4-B4E9-4B6E-9FD1-58563C90A3CC}" type="presOf" srcId="{8EBB4BF1-2B2A-3640-8148-D601E75E5FC6}" destId="{4C59F936-E005-4742-81F7-A931281797F0}" srcOrd="1" destOrd="0" presId="urn:microsoft.com/office/officeart/2005/8/layout/list1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A5DF42D3-F88E-4696-8F1E-6EBDEF8A04E1}" srcId="{BC53C3EB-50A8-9546-BD95-C51B12141D8D}" destId="{F5FC4668-E9F2-4780-945E-C3CDC465A67B}" srcOrd="2" destOrd="0" parTransId="{D7FF88E8-F6E9-404A-93E5-8238F907DF48}" sibTransId="{D86226CB-649C-470B-BF29-B64A9D7D53D2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422937E8-8A87-4907-A4D6-9330F2EE9F43}" type="presOf" srcId="{BC53C3EB-50A8-9546-BD95-C51B12141D8D}" destId="{1A78DEB2-5D90-AE43-BD57-22F22FB60A6B}" srcOrd="0" destOrd="0" presId="urn:microsoft.com/office/officeart/2005/8/layout/list1"/>
    <dgm:cxn modelId="{CDA5D4FE-81DE-4A4B-922F-1204965125A8}" type="presOf" srcId="{8EBB4BF1-2B2A-3640-8148-D601E75E5FC6}" destId="{041C6249-A0BB-A249-998A-F9FA65331F7A}" srcOrd="0" destOrd="0" presId="urn:microsoft.com/office/officeart/2005/8/layout/list1"/>
    <dgm:cxn modelId="{76C1351B-8E74-4211-8DC5-DC42A337E41C}" type="presParOf" srcId="{EFBA8D6B-95E1-C54A-9099-D24D9AD2AE41}" destId="{57DAE2FD-5FDE-BF40-A7B2-B7E9AB0F7C41}" srcOrd="0" destOrd="0" presId="urn:microsoft.com/office/officeart/2005/8/layout/list1"/>
    <dgm:cxn modelId="{322E38E4-5C73-4A1B-8D5C-735CA998BE32}" type="presParOf" srcId="{57DAE2FD-5FDE-BF40-A7B2-B7E9AB0F7C41}" destId="{6650C0D7-75F9-7F40-8838-D557E0046C11}" srcOrd="0" destOrd="0" presId="urn:microsoft.com/office/officeart/2005/8/layout/list1"/>
    <dgm:cxn modelId="{6D30D9E9-F54F-49B6-BC43-F4CD88B40E9C}" type="presParOf" srcId="{57DAE2FD-5FDE-BF40-A7B2-B7E9AB0F7C41}" destId="{0FFF73C2-BC43-6544-9EAF-903D18DA5CF6}" srcOrd="1" destOrd="0" presId="urn:microsoft.com/office/officeart/2005/8/layout/list1"/>
    <dgm:cxn modelId="{7984E452-8447-4ECE-885C-BB3E925803F5}" type="presParOf" srcId="{EFBA8D6B-95E1-C54A-9099-D24D9AD2AE41}" destId="{22F6F20F-893D-1449-9DDA-E2B7FF36B629}" srcOrd="1" destOrd="0" presId="urn:microsoft.com/office/officeart/2005/8/layout/list1"/>
    <dgm:cxn modelId="{BEE4C429-C45F-4836-9014-DE37373516E0}" type="presParOf" srcId="{EFBA8D6B-95E1-C54A-9099-D24D9AD2AE41}" destId="{DF97A215-82F2-3440-8004-35A47682AE14}" srcOrd="2" destOrd="0" presId="urn:microsoft.com/office/officeart/2005/8/layout/list1"/>
    <dgm:cxn modelId="{05F8F236-BBC4-406E-96C6-AA4BC923244D}" type="presParOf" srcId="{EFBA8D6B-95E1-C54A-9099-D24D9AD2AE41}" destId="{0A4FF737-5E74-2740-91A3-3185B2DE8F7B}" srcOrd="3" destOrd="0" presId="urn:microsoft.com/office/officeart/2005/8/layout/list1"/>
    <dgm:cxn modelId="{4FB56F82-ECEC-4198-BDB9-4BB16D6B2D9E}" type="presParOf" srcId="{EFBA8D6B-95E1-C54A-9099-D24D9AD2AE41}" destId="{20E182F1-DBFA-7C48-A2FF-95977D106FCE}" srcOrd="4" destOrd="0" presId="urn:microsoft.com/office/officeart/2005/8/layout/list1"/>
    <dgm:cxn modelId="{B1DEDAA3-316C-477A-BBB0-5E7B4629B056}" type="presParOf" srcId="{20E182F1-DBFA-7C48-A2FF-95977D106FCE}" destId="{1A78DEB2-5D90-AE43-BD57-22F22FB60A6B}" srcOrd="0" destOrd="0" presId="urn:microsoft.com/office/officeart/2005/8/layout/list1"/>
    <dgm:cxn modelId="{6DE4D6CB-5BF8-4F8F-B28A-BB59E5C9C5B6}" type="presParOf" srcId="{20E182F1-DBFA-7C48-A2FF-95977D106FCE}" destId="{89C92F11-1146-FD46-A972-F79683A0273B}" srcOrd="1" destOrd="0" presId="urn:microsoft.com/office/officeart/2005/8/layout/list1"/>
    <dgm:cxn modelId="{1457BE05-0003-4A29-AFBD-D796001C624E}" type="presParOf" srcId="{EFBA8D6B-95E1-C54A-9099-D24D9AD2AE41}" destId="{8273A3B0-A396-AD42-AA4F-E7E18CE80600}" srcOrd="5" destOrd="0" presId="urn:microsoft.com/office/officeart/2005/8/layout/list1"/>
    <dgm:cxn modelId="{52E99ECE-F910-431F-B432-A7DB2AB4B64C}" type="presParOf" srcId="{EFBA8D6B-95E1-C54A-9099-D24D9AD2AE41}" destId="{374CCD99-E516-D044-A3FA-5A72D29511E5}" srcOrd="6" destOrd="0" presId="urn:microsoft.com/office/officeart/2005/8/layout/list1"/>
    <dgm:cxn modelId="{17739CF8-024D-4790-B666-9C51F1D9F57E}" type="presParOf" srcId="{EFBA8D6B-95E1-C54A-9099-D24D9AD2AE41}" destId="{6D66B7FD-0821-524C-BEA4-7DEB9F464399}" srcOrd="7" destOrd="0" presId="urn:microsoft.com/office/officeart/2005/8/layout/list1"/>
    <dgm:cxn modelId="{437FFC99-A975-4CBF-9F51-811243653537}" type="presParOf" srcId="{EFBA8D6B-95E1-C54A-9099-D24D9AD2AE41}" destId="{423E042B-AF12-F348-8BD3-06983B0A9AEE}" srcOrd="8" destOrd="0" presId="urn:microsoft.com/office/officeart/2005/8/layout/list1"/>
    <dgm:cxn modelId="{3BE35F75-1326-42A5-8081-E73B8A1F574A}" type="presParOf" srcId="{423E042B-AF12-F348-8BD3-06983B0A9AEE}" destId="{041C6249-A0BB-A249-998A-F9FA65331F7A}" srcOrd="0" destOrd="0" presId="urn:microsoft.com/office/officeart/2005/8/layout/list1"/>
    <dgm:cxn modelId="{6186D62D-0888-4960-B9C4-AEBA575CB1C2}" type="presParOf" srcId="{423E042B-AF12-F348-8BD3-06983B0A9AEE}" destId="{4C59F936-E005-4742-81F7-A931281797F0}" srcOrd="1" destOrd="0" presId="urn:microsoft.com/office/officeart/2005/8/layout/list1"/>
    <dgm:cxn modelId="{3C50B12C-917A-402A-B836-01E7AFC7104F}" type="presParOf" srcId="{EFBA8D6B-95E1-C54A-9099-D24D9AD2AE41}" destId="{EA329C9B-A81C-D342-9740-4BE0D425F135}" srcOrd="9" destOrd="0" presId="urn:microsoft.com/office/officeart/2005/8/layout/list1"/>
    <dgm:cxn modelId="{B85E0EBF-3694-468D-85C9-6D4EF319B52D}" type="presParOf" srcId="{EFBA8D6B-95E1-C54A-9099-D24D9AD2AE41}" destId="{D3695FFB-C459-B546-8279-37D92283F7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Goal : 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Status 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8EBB4BF1-2B2A-3640-8148-D601E75E5FC6}">
      <dgm:prSet phldrT="[Text]"/>
      <dgm:spPr/>
      <dgm:t>
        <a:bodyPr/>
        <a:lstStyle/>
        <a:p>
          <a:r>
            <a:rPr lang="en-US"/>
            <a:t>Next Steps </a:t>
          </a:r>
        </a:p>
      </dgm:t>
    </dgm:pt>
    <dgm:pt modelId="{3B224BE4-70E5-8044-8282-DAF7564D5CAF}" type="parTrans" cxnId="{F1128C38-1FA5-EB4E-AF7A-C88C9F6894CB}">
      <dgm:prSet/>
      <dgm:spPr/>
      <dgm:t>
        <a:bodyPr/>
        <a:lstStyle/>
        <a:p>
          <a:endParaRPr lang="en-US"/>
        </a:p>
      </dgm:t>
    </dgm:pt>
    <dgm:pt modelId="{5B635FA5-49B6-4344-941A-C13BC5583D0C}" type="sibTrans" cxnId="{F1128C38-1FA5-EB4E-AF7A-C88C9F6894CB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/>
      <dgm:spPr/>
      <dgm:t>
        <a:bodyPr/>
        <a:lstStyle/>
        <a:p>
          <a:r>
            <a:rPr lang="en-US"/>
            <a:t>Evaluate power as a potential source of disruption that could impact multiple optical links simultaneously. 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E47D9BA5-1C9E-194C-A482-156636E06EAE}">
      <dgm:prSet phldrT="[Text]"/>
      <dgm:spPr/>
      <dgm:t>
        <a:bodyPr/>
        <a:lstStyle/>
        <a:p>
          <a:r>
            <a:rPr lang="en-US"/>
            <a:t>3.3V optics power rails have been scoped and associated circuits reviewed. No issues found so far. </a:t>
          </a:r>
        </a:p>
      </dgm:t>
    </dgm:pt>
    <dgm:pt modelId="{16AB2E2B-606A-8848-BA6E-AE1AE368FDB3}" type="parTrans" cxnId="{75A82C40-E797-154C-AF55-1AF77DAA09E4}">
      <dgm:prSet/>
      <dgm:spPr/>
      <dgm:t>
        <a:bodyPr/>
        <a:lstStyle/>
        <a:p>
          <a:endParaRPr lang="en-US"/>
        </a:p>
      </dgm:t>
    </dgm:pt>
    <dgm:pt modelId="{BA819F33-39AA-1748-89D5-62B9BBF0364F}" type="sibTrans" cxnId="{75A82C40-E797-154C-AF55-1AF77DAA09E4}">
      <dgm:prSet/>
      <dgm:spPr/>
      <dgm:t>
        <a:bodyPr/>
        <a:lstStyle/>
        <a:p>
          <a:endParaRPr lang="en-US"/>
        </a:p>
      </dgm:t>
    </dgm:pt>
    <dgm:pt modelId="{3F0A4A14-8F50-9443-9E53-B73B4DCB3B39}">
      <dgm:prSet phldrT="[Text]"/>
      <dgm:spPr/>
      <dgm:t>
        <a:bodyPr/>
        <a:lstStyle/>
        <a:p>
          <a:r>
            <a:rPr lang="en-US"/>
            <a:t>Attempts to force link flaps on an RMA QFX5240 by injecting noise have not been successful.</a:t>
          </a:r>
        </a:p>
      </dgm:t>
    </dgm:pt>
    <dgm:pt modelId="{7876E855-76FC-D249-893E-060722C372CD}" type="parTrans" cxnId="{1327A850-6F11-C544-8ACA-1E027C5161E9}">
      <dgm:prSet/>
      <dgm:spPr/>
      <dgm:t>
        <a:bodyPr/>
        <a:lstStyle/>
        <a:p>
          <a:endParaRPr lang="en-US"/>
        </a:p>
      </dgm:t>
    </dgm:pt>
    <dgm:pt modelId="{8988A524-381F-AA41-8A96-7F6685E0D7A9}" type="sibTrans" cxnId="{1327A850-6F11-C544-8ACA-1E027C5161E9}">
      <dgm:prSet/>
      <dgm:spPr/>
      <dgm:t>
        <a:bodyPr/>
        <a:lstStyle/>
        <a:p>
          <a:endParaRPr lang="en-US"/>
        </a:p>
      </dgm:t>
    </dgm:pt>
    <dgm:pt modelId="{7EA97DD1-D173-4F64-B5FE-59D9A95DD223}">
      <dgm:prSet phldrT="[Text]"/>
      <dgm:spPr/>
      <dgm:t>
        <a:bodyPr/>
        <a:lstStyle/>
        <a:p>
          <a:r>
            <a:rPr lang="en-US"/>
            <a:t>Looking for: potential sources of power noise or instability in </a:t>
          </a:r>
          <a:r>
            <a:rPr lang="en-US" err="1"/>
            <a:t>Accton</a:t>
          </a:r>
          <a:r>
            <a:rPr lang="en-US"/>
            <a:t> power design / schematics. </a:t>
          </a:r>
        </a:p>
      </dgm:t>
    </dgm:pt>
    <dgm:pt modelId="{AC027CA0-078D-4053-9306-354A20347DA4}" type="parTrans" cxnId="{C789C304-C8B7-40F3-B99D-E4B54B81B1EC}">
      <dgm:prSet/>
      <dgm:spPr/>
      <dgm:t>
        <a:bodyPr/>
        <a:lstStyle/>
        <a:p>
          <a:endParaRPr lang="en-US"/>
        </a:p>
      </dgm:t>
    </dgm:pt>
    <dgm:pt modelId="{D42D0D60-6A1F-4709-B37E-8C55E0EBA0D1}" type="sibTrans" cxnId="{C789C304-C8B7-40F3-B99D-E4B54B81B1EC}">
      <dgm:prSet/>
      <dgm:spPr/>
      <dgm:t>
        <a:bodyPr/>
        <a:lstStyle/>
        <a:p>
          <a:endParaRPr lang="en-US"/>
        </a:p>
      </dgm:t>
    </dgm:pt>
    <dgm:pt modelId="{B5F9CF44-5A07-4114-8421-44B0F9B2869B}">
      <dgm:prSet/>
      <dgm:spPr/>
      <dgm:t>
        <a:bodyPr/>
        <a:lstStyle/>
        <a:p>
          <a:r>
            <a:rPr lang="en-US"/>
            <a:t>Instrument QFX5240 in SysTest replication test-bed with probes and attempt to replicate link flaps. </a:t>
          </a:r>
        </a:p>
      </dgm:t>
    </dgm:pt>
    <dgm:pt modelId="{FB91B503-7DB4-4350-8ADD-4A4F04BFBCB3}" type="parTrans" cxnId="{A1B046AA-71DE-4013-AF9C-7A580CCCD7BF}">
      <dgm:prSet/>
      <dgm:spPr/>
      <dgm:t>
        <a:bodyPr/>
        <a:lstStyle/>
        <a:p>
          <a:endParaRPr lang="en-US"/>
        </a:p>
      </dgm:t>
    </dgm:pt>
    <dgm:pt modelId="{D9913A38-440B-4DFF-BAB7-609F2C28FECF}" type="sibTrans" cxnId="{A1B046AA-71DE-4013-AF9C-7A580CCCD7BF}">
      <dgm:prSet/>
      <dgm:spPr/>
      <dgm:t>
        <a:bodyPr/>
        <a:lstStyle/>
        <a:p>
          <a:endParaRPr lang="en-US"/>
        </a:p>
      </dgm:t>
    </dgm:pt>
    <dgm:pt modelId="{7ACCE668-A04A-4716-A6AE-0BA38F0C2C90}">
      <dgm:prSet phldrT="[Text]"/>
      <dgm:spPr/>
      <dgm:t>
        <a:bodyPr/>
        <a:lstStyle/>
        <a:p>
          <a:r>
            <a:rPr lang="en-US"/>
            <a:t>Flapping ports [0-35] map to 3 different power groups. Each group includes some ports that do not flap.</a:t>
          </a:r>
        </a:p>
      </dgm:t>
    </dgm:pt>
    <dgm:pt modelId="{6E63DA85-2479-4961-9509-ED5FA2BD48FC}" type="parTrans" cxnId="{943C8711-96FD-4846-A1BD-94DC1C139564}">
      <dgm:prSet/>
      <dgm:spPr/>
      <dgm:t>
        <a:bodyPr/>
        <a:lstStyle/>
        <a:p>
          <a:endParaRPr lang="en-US"/>
        </a:p>
      </dgm:t>
    </dgm:pt>
    <dgm:pt modelId="{3EECA5AC-D5B7-40D8-A59D-726A3DEB45CC}" type="sibTrans" cxnId="{943C8711-96FD-4846-A1BD-94DC1C139564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3"/>
      <dgm:spPr/>
    </dgm:pt>
    <dgm:pt modelId="{0FFF73C2-BC43-6544-9EAF-903D18DA5CF6}" type="pres">
      <dgm:prSet presAssocID="{CE5484D8-41D4-B540-A8E1-2F1F8745CE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3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3"/>
      <dgm:spPr/>
    </dgm:pt>
    <dgm:pt modelId="{89C92F11-1146-FD46-A972-F79683A0273B}" type="pres">
      <dgm:prSet presAssocID="{BC53C3EB-50A8-9546-BD95-C51B1214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3">
        <dgm:presLayoutVars>
          <dgm:bulletEnabled val="1"/>
        </dgm:presLayoutVars>
      </dgm:prSet>
      <dgm:spPr/>
    </dgm:pt>
    <dgm:pt modelId="{6D66B7FD-0821-524C-BEA4-7DEB9F464399}" type="pres">
      <dgm:prSet presAssocID="{F6D51BD7-1D44-3748-9FFC-10D1289F4082}" presName="spaceBetweenRectangles" presStyleCnt="0"/>
      <dgm:spPr/>
    </dgm:pt>
    <dgm:pt modelId="{423E042B-AF12-F348-8BD3-06983B0A9AEE}" type="pres">
      <dgm:prSet presAssocID="{8EBB4BF1-2B2A-3640-8148-D601E75E5FC6}" presName="parentLin" presStyleCnt="0"/>
      <dgm:spPr/>
    </dgm:pt>
    <dgm:pt modelId="{041C6249-A0BB-A249-998A-F9FA65331F7A}" type="pres">
      <dgm:prSet presAssocID="{8EBB4BF1-2B2A-3640-8148-D601E75E5FC6}" presName="parentLeftMargin" presStyleLbl="node1" presStyleIdx="1" presStyleCnt="3"/>
      <dgm:spPr/>
    </dgm:pt>
    <dgm:pt modelId="{4C59F936-E005-4742-81F7-A931281797F0}" type="pres">
      <dgm:prSet presAssocID="{8EBB4BF1-2B2A-3640-8148-D601E75E5F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29C9B-A81C-D342-9740-4BE0D425F135}" type="pres">
      <dgm:prSet presAssocID="{8EBB4BF1-2B2A-3640-8148-D601E75E5FC6}" presName="negativeSpace" presStyleCnt="0"/>
      <dgm:spPr/>
    </dgm:pt>
    <dgm:pt modelId="{D3695FFB-C459-B546-8279-37D92283F726}" type="pres">
      <dgm:prSet presAssocID="{8EBB4BF1-2B2A-3640-8148-D601E75E5F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789C304-C8B7-40F3-B99D-E4B54B81B1EC}" srcId="{CE5484D8-41D4-B540-A8E1-2F1F8745CEEC}" destId="{7EA97DD1-D173-4F64-B5FE-59D9A95DD223}" srcOrd="1" destOrd="0" parTransId="{AC027CA0-078D-4053-9306-354A20347DA4}" sibTransId="{D42D0D60-6A1F-4709-B37E-8C55E0EBA0D1}"/>
    <dgm:cxn modelId="{E119190E-661F-BE48-AFC7-5C855CA815FE}" type="presOf" srcId="{8EBB4BF1-2B2A-3640-8148-D601E75E5FC6}" destId="{041C6249-A0BB-A249-998A-F9FA65331F7A}" srcOrd="0" destOrd="0" presId="urn:microsoft.com/office/officeart/2005/8/layout/list1"/>
    <dgm:cxn modelId="{943C8711-96FD-4846-A1BD-94DC1C139564}" srcId="{BC53C3EB-50A8-9546-BD95-C51B12141D8D}" destId="{7ACCE668-A04A-4716-A6AE-0BA38F0C2C90}" srcOrd="2" destOrd="0" parTransId="{6E63DA85-2479-4961-9509-ED5FA2BD48FC}" sibTransId="{3EECA5AC-D5B7-40D8-A59D-726A3DEB45CC}"/>
    <dgm:cxn modelId="{F415E515-29E5-451D-ABCF-C4EA2709BD64}" type="presOf" srcId="{7ACCE668-A04A-4716-A6AE-0BA38F0C2C90}" destId="{374CCD99-E516-D044-A3FA-5A72D29511E5}" srcOrd="0" destOrd="2" presId="urn:microsoft.com/office/officeart/2005/8/layout/list1"/>
    <dgm:cxn modelId="{002AAE27-3307-E34C-A055-80ABCC24E327}" type="presOf" srcId="{E47D9BA5-1C9E-194C-A482-156636E06EAE}" destId="{374CCD99-E516-D044-A3FA-5A72D29511E5}" srcOrd="0" destOrd="0" presId="urn:microsoft.com/office/officeart/2005/8/layout/list1"/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B3389235-70D4-584C-939B-D1AC6D458005}" type="presOf" srcId="{CE5484D8-41D4-B540-A8E1-2F1F8745CEEC}" destId="{6650C0D7-75F9-7F40-8838-D557E0046C11}" srcOrd="0" destOrd="0" presId="urn:microsoft.com/office/officeart/2005/8/layout/list1"/>
    <dgm:cxn modelId="{F1128C38-1FA5-EB4E-AF7A-C88C9F6894CB}" srcId="{ED550E00-98B4-A645-8F49-A2F694859107}" destId="{8EBB4BF1-2B2A-3640-8148-D601E75E5FC6}" srcOrd="2" destOrd="0" parTransId="{3B224BE4-70E5-8044-8282-DAF7564D5CAF}" sibTransId="{5B635FA5-49B6-4344-941A-C13BC5583D0C}"/>
    <dgm:cxn modelId="{75A82C40-E797-154C-AF55-1AF77DAA09E4}" srcId="{BC53C3EB-50A8-9546-BD95-C51B12141D8D}" destId="{E47D9BA5-1C9E-194C-A482-156636E06EAE}" srcOrd="0" destOrd="0" parTransId="{16AB2E2B-606A-8848-BA6E-AE1AE368FDB3}" sibTransId="{BA819F33-39AA-1748-89D5-62B9BBF0364F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1327A850-6F11-C544-8ACA-1E027C5161E9}" srcId="{BC53C3EB-50A8-9546-BD95-C51B12141D8D}" destId="{3F0A4A14-8F50-9443-9E53-B73B4DCB3B39}" srcOrd="1" destOrd="0" parTransId="{7876E855-76FC-D249-893E-060722C372CD}" sibTransId="{8988A524-381F-AA41-8A96-7F6685E0D7A9}"/>
    <dgm:cxn modelId="{8EA5D762-DE78-664D-A0F1-A507F2B45BA0}" type="presOf" srcId="{8EBB4BF1-2B2A-3640-8148-D601E75E5FC6}" destId="{4C59F936-E005-4742-81F7-A931281797F0}" srcOrd="1" destOrd="0" presId="urn:microsoft.com/office/officeart/2005/8/layout/list1"/>
    <dgm:cxn modelId="{41C4106B-AB42-EF49-AB5E-218E58D3006A}" type="presOf" srcId="{BC53C3EB-50A8-9546-BD95-C51B12141D8D}" destId="{1A78DEB2-5D90-AE43-BD57-22F22FB60A6B}" srcOrd="0" destOrd="0" presId="urn:microsoft.com/office/officeart/2005/8/layout/list1"/>
    <dgm:cxn modelId="{B22C1D72-7189-634D-8293-F8FD0D6D01AD}" type="presOf" srcId="{CE5484D8-41D4-B540-A8E1-2F1F8745CEEC}" destId="{0FFF73C2-BC43-6544-9EAF-903D18DA5CF6}" srcOrd="1" destOrd="0" presId="urn:microsoft.com/office/officeart/2005/8/layout/list1"/>
    <dgm:cxn modelId="{70B5FC85-9EFB-AB4E-B390-426BA2ECA90A}" type="presOf" srcId="{BC53C3EB-50A8-9546-BD95-C51B12141D8D}" destId="{89C92F11-1146-FD46-A972-F79683A0273B}" srcOrd="1" destOrd="0" presId="urn:microsoft.com/office/officeart/2005/8/layout/list1"/>
    <dgm:cxn modelId="{A1B046AA-71DE-4013-AF9C-7A580CCCD7BF}" srcId="{8EBB4BF1-2B2A-3640-8148-D601E75E5FC6}" destId="{B5F9CF44-5A07-4114-8421-44B0F9B2869B}" srcOrd="0" destOrd="0" parTransId="{FB91B503-7DB4-4350-8ADD-4A4F04BFBCB3}" sibTransId="{D9913A38-440B-4DFF-BAB7-609F2C28FECF}"/>
    <dgm:cxn modelId="{E73152B4-60C8-4D35-BCC3-E26F09AF3C4B}" type="presOf" srcId="{B5F9CF44-5A07-4114-8421-44B0F9B2869B}" destId="{D3695FFB-C459-B546-8279-37D92283F726}" srcOrd="0" destOrd="0" presId="urn:microsoft.com/office/officeart/2005/8/layout/list1"/>
    <dgm:cxn modelId="{67704DC6-44F4-6B4F-99DD-895C2E07C4C4}" type="presOf" srcId="{3F0A4A14-8F50-9443-9E53-B73B4DCB3B39}" destId="{374CCD99-E516-D044-A3FA-5A72D29511E5}" srcOrd="0" destOrd="1" presId="urn:microsoft.com/office/officeart/2005/8/layout/list1"/>
    <dgm:cxn modelId="{F7B24FCF-736D-4304-8740-FA63837A51C2}" type="presOf" srcId="{7EA97DD1-D173-4F64-B5FE-59D9A95DD223}" destId="{DF97A215-82F2-3440-8004-35A47682AE14}" srcOrd="0" destOrd="1" presId="urn:microsoft.com/office/officeart/2005/8/layout/list1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129AE3F2-5800-3442-BC16-E4388E68714C}" type="presOf" srcId="{76D77872-807B-7D41-B1E9-8B5EBE61BD95}" destId="{DF97A215-82F2-3440-8004-35A47682AE14}" srcOrd="0" destOrd="0" presId="urn:microsoft.com/office/officeart/2005/8/layout/list1"/>
    <dgm:cxn modelId="{50E0E2C9-BDBB-644E-BC53-886F816FE2B2}" type="presParOf" srcId="{EFBA8D6B-95E1-C54A-9099-D24D9AD2AE41}" destId="{57DAE2FD-5FDE-BF40-A7B2-B7E9AB0F7C41}" srcOrd="0" destOrd="0" presId="urn:microsoft.com/office/officeart/2005/8/layout/list1"/>
    <dgm:cxn modelId="{A0E1D578-4B8F-154A-9E71-B3D317C7B0F6}" type="presParOf" srcId="{57DAE2FD-5FDE-BF40-A7B2-B7E9AB0F7C41}" destId="{6650C0D7-75F9-7F40-8838-D557E0046C11}" srcOrd="0" destOrd="0" presId="urn:microsoft.com/office/officeart/2005/8/layout/list1"/>
    <dgm:cxn modelId="{0FFD38DA-4416-1C45-91EB-EA4256ED9600}" type="presParOf" srcId="{57DAE2FD-5FDE-BF40-A7B2-B7E9AB0F7C41}" destId="{0FFF73C2-BC43-6544-9EAF-903D18DA5CF6}" srcOrd="1" destOrd="0" presId="urn:microsoft.com/office/officeart/2005/8/layout/list1"/>
    <dgm:cxn modelId="{E55AE7DC-0730-2247-86C5-D064F7A705B7}" type="presParOf" srcId="{EFBA8D6B-95E1-C54A-9099-D24D9AD2AE41}" destId="{22F6F20F-893D-1449-9DDA-E2B7FF36B629}" srcOrd="1" destOrd="0" presId="urn:microsoft.com/office/officeart/2005/8/layout/list1"/>
    <dgm:cxn modelId="{430413D1-B1B0-9D46-AFEE-11F824E7BAE5}" type="presParOf" srcId="{EFBA8D6B-95E1-C54A-9099-D24D9AD2AE41}" destId="{DF97A215-82F2-3440-8004-35A47682AE14}" srcOrd="2" destOrd="0" presId="urn:microsoft.com/office/officeart/2005/8/layout/list1"/>
    <dgm:cxn modelId="{48CE52ED-A2D2-E145-A4A0-A0B8D03A8FD2}" type="presParOf" srcId="{EFBA8D6B-95E1-C54A-9099-D24D9AD2AE41}" destId="{0A4FF737-5E74-2740-91A3-3185B2DE8F7B}" srcOrd="3" destOrd="0" presId="urn:microsoft.com/office/officeart/2005/8/layout/list1"/>
    <dgm:cxn modelId="{5A6DCA87-AD4E-F747-8716-22A1BE35BBE6}" type="presParOf" srcId="{EFBA8D6B-95E1-C54A-9099-D24D9AD2AE41}" destId="{20E182F1-DBFA-7C48-A2FF-95977D106FCE}" srcOrd="4" destOrd="0" presId="urn:microsoft.com/office/officeart/2005/8/layout/list1"/>
    <dgm:cxn modelId="{1727BEEA-ABAE-CD45-AE04-3FFA1F5C1F5E}" type="presParOf" srcId="{20E182F1-DBFA-7C48-A2FF-95977D106FCE}" destId="{1A78DEB2-5D90-AE43-BD57-22F22FB60A6B}" srcOrd="0" destOrd="0" presId="urn:microsoft.com/office/officeart/2005/8/layout/list1"/>
    <dgm:cxn modelId="{646F8A4E-61D0-0D4F-97F5-1B7179C11425}" type="presParOf" srcId="{20E182F1-DBFA-7C48-A2FF-95977D106FCE}" destId="{89C92F11-1146-FD46-A972-F79683A0273B}" srcOrd="1" destOrd="0" presId="urn:microsoft.com/office/officeart/2005/8/layout/list1"/>
    <dgm:cxn modelId="{BBD599D4-3165-244B-A2DF-69581EB94725}" type="presParOf" srcId="{EFBA8D6B-95E1-C54A-9099-D24D9AD2AE41}" destId="{8273A3B0-A396-AD42-AA4F-E7E18CE80600}" srcOrd="5" destOrd="0" presId="urn:microsoft.com/office/officeart/2005/8/layout/list1"/>
    <dgm:cxn modelId="{15213B37-6DA3-DB4E-AC69-E8DDB8A43C95}" type="presParOf" srcId="{EFBA8D6B-95E1-C54A-9099-D24D9AD2AE41}" destId="{374CCD99-E516-D044-A3FA-5A72D29511E5}" srcOrd="6" destOrd="0" presId="urn:microsoft.com/office/officeart/2005/8/layout/list1"/>
    <dgm:cxn modelId="{8E1E6E18-0547-E740-80F7-5715AD42E206}" type="presParOf" srcId="{EFBA8D6B-95E1-C54A-9099-D24D9AD2AE41}" destId="{6D66B7FD-0821-524C-BEA4-7DEB9F464399}" srcOrd="7" destOrd="0" presId="urn:microsoft.com/office/officeart/2005/8/layout/list1"/>
    <dgm:cxn modelId="{706D6EEA-A8C1-9F46-AA5E-FF35A759E219}" type="presParOf" srcId="{EFBA8D6B-95E1-C54A-9099-D24D9AD2AE41}" destId="{423E042B-AF12-F348-8BD3-06983B0A9AEE}" srcOrd="8" destOrd="0" presId="urn:microsoft.com/office/officeart/2005/8/layout/list1"/>
    <dgm:cxn modelId="{79BD154E-EAD1-9B42-ACED-37056E6B6202}" type="presParOf" srcId="{423E042B-AF12-F348-8BD3-06983B0A9AEE}" destId="{041C6249-A0BB-A249-998A-F9FA65331F7A}" srcOrd="0" destOrd="0" presId="urn:microsoft.com/office/officeart/2005/8/layout/list1"/>
    <dgm:cxn modelId="{FEB77AC4-6F73-3F45-9D60-FB888279D849}" type="presParOf" srcId="{423E042B-AF12-F348-8BD3-06983B0A9AEE}" destId="{4C59F936-E005-4742-81F7-A931281797F0}" srcOrd="1" destOrd="0" presId="urn:microsoft.com/office/officeart/2005/8/layout/list1"/>
    <dgm:cxn modelId="{EE412E29-3D46-BD40-AD11-576786A2304C}" type="presParOf" srcId="{EFBA8D6B-95E1-C54A-9099-D24D9AD2AE41}" destId="{EA329C9B-A81C-D342-9740-4BE0D425F135}" srcOrd="9" destOrd="0" presId="urn:microsoft.com/office/officeart/2005/8/layout/list1"/>
    <dgm:cxn modelId="{4EC13435-7763-984D-8944-2BF2A378E9EC}" type="presParOf" srcId="{EFBA8D6B-95E1-C54A-9099-D24D9AD2AE41}" destId="{D3695FFB-C459-B546-8279-37D92283F7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Goal : 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Status 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8EBB4BF1-2B2A-3640-8148-D601E75E5FC6}">
      <dgm:prSet phldrT="[Text]"/>
      <dgm:spPr/>
      <dgm:t>
        <a:bodyPr/>
        <a:lstStyle/>
        <a:p>
          <a:r>
            <a:rPr lang="en-US"/>
            <a:t>Next Steps </a:t>
          </a:r>
        </a:p>
      </dgm:t>
    </dgm:pt>
    <dgm:pt modelId="{3B224BE4-70E5-8044-8282-DAF7564D5CAF}" type="parTrans" cxnId="{F1128C38-1FA5-EB4E-AF7A-C88C9F6894CB}">
      <dgm:prSet/>
      <dgm:spPr/>
      <dgm:t>
        <a:bodyPr/>
        <a:lstStyle/>
        <a:p>
          <a:endParaRPr lang="en-US"/>
        </a:p>
      </dgm:t>
    </dgm:pt>
    <dgm:pt modelId="{5B635FA5-49B6-4344-941A-C13BC5583D0C}" type="sibTrans" cxnId="{F1128C38-1FA5-EB4E-AF7A-C88C9F6894CB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/>
      <dgm:spPr/>
      <dgm:t>
        <a:bodyPr/>
        <a:lstStyle/>
        <a:p>
          <a:r>
            <a:rPr lang="en-US"/>
            <a:t>Evaluate timing as a potential source of disruption that could impact multiple optical links simultaneously. 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E47D9BA5-1C9E-194C-A482-156636E06EAE}">
      <dgm:prSet phldrT="[Text]"/>
      <dgm:spPr/>
      <dgm:t>
        <a:bodyPr/>
        <a:lstStyle/>
        <a:p>
          <a:r>
            <a:rPr lang="en-US"/>
            <a:t>8 separate 312.5MHz clock signals for 64 SerDes on TH5. Difficult to access these signals directly for phase noise type of measurements due to how they are routed (BGA -&gt; BGA, buried vias). </a:t>
          </a:r>
        </a:p>
      </dgm:t>
    </dgm:pt>
    <dgm:pt modelId="{16AB2E2B-606A-8848-BA6E-AE1AE368FDB3}" type="parTrans" cxnId="{75A82C40-E797-154C-AF55-1AF77DAA09E4}">
      <dgm:prSet/>
      <dgm:spPr/>
      <dgm:t>
        <a:bodyPr/>
        <a:lstStyle/>
        <a:p>
          <a:endParaRPr lang="en-US"/>
        </a:p>
      </dgm:t>
    </dgm:pt>
    <dgm:pt modelId="{BA819F33-39AA-1748-89D5-62B9BBF0364F}" type="sibTrans" cxnId="{75A82C40-E797-154C-AF55-1AF77DAA09E4}">
      <dgm:prSet/>
      <dgm:spPr/>
      <dgm:t>
        <a:bodyPr/>
        <a:lstStyle/>
        <a:p>
          <a:endParaRPr lang="en-US"/>
        </a:p>
      </dgm:t>
    </dgm:pt>
    <dgm:pt modelId="{3F0A4A14-8F50-9443-9E53-B73B4DCB3B39}">
      <dgm:prSet phldrT="[Text]"/>
      <dgm:spPr/>
      <dgm:t>
        <a:bodyPr/>
        <a:lstStyle/>
        <a:p>
          <a:r>
            <a:rPr lang="en-US"/>
            <a:t>Re-tracing the clock tree up-stream has shown a couple of promising areas where we can scope and look for instability or other issues. </a:t>
          </a:r>
        </a:p>
      </dgm:t>
    </dgm:pt>
    <dgm:pt modelId="{7876E855-76FC-D249-893E-060722C372CD}" type="parTrans" cxnId="{1327A850-6F11-C544-8ACA-1E027C5161E9}">
      <dgm:prSet/>
      <dgm:spPr/>
      <dgm:t>
        <a:bodyPr/>
        <a:lstStyle/>
        <a:p>
          <a:endParaRPr lang="en-US"/>
        </a:p>
      </dgm:t>
    </dgm:pt>
    <dgm:pt modelId="{8988A524-381F-AA41-8A96-7F6685E0D7A9}" type="sibTrans" cxnId="{1327A850-6F11-C544-8ACA-1E027C5161E9}">
      <dgm:prSet/>
      <dgm:spPr/>
      <dgm:t>
        <a:bodyPr/>
        <a:lstStyle/>
        <a:p>
          <a:endParaRPr lang="en-US"/>
        </a:p>
      </dgm:t>
    </dgm:pt>
    <dgm:pt modelId="{7EA97DD1-D173-4F64-B5FE-59D9A95DD223}">
      <dgm:prSet phldrT="[Text]"/>
      <dgm:spPr/>
      <dgm:t>
        <a:bodyPr/>
        <a:lstStyle/>
        <a:p>
          <a:r>
            <a:rPr lang="en-US"/>
            <a:t>Looking for: jitter, temperature variation and other issues with clocks driving SerDes / TH5. </a:t>
          </a:r>
        </a:p>
      </dgm:t>
    </dgm:pt>
    <dgm:pt modelId="{AC027CA0-078D-4053-9306-354A20347DA4}" type="parTrans" cxnId="{C789C304-C8B7-40F3-B99D-E4B54B81B1EC}">
      <dgm:prSet/>
      <dgm:spPr/>
      <dgm:t>
        <a:bodyPr/>
        <a:lstStyle/>
        <a:p>
          <a:endParaRPr lang="en-US"/>
        </a:p>
      </dgm:t>
    </dgm:pt>
    <dgm:pt modelId="{D42D0D60-6A1F-4709-B37E-8C55E0EBA0D1}" type="sibTrans" cxnId="{C789C304-C8B7-40F3-B99D-E4B54B81B1EC}">
      <dgm:prSet/>
      <dgm:spPr/>
      <dgm:t>
        <a:bodyPr/>
        <a:lstStyle/>
        <a:p>
          <a:endParaRPr lang="en-US"/>
        </a:p>
      </dgm:t>
    </dgm:pt>
    <dgm:pt modelId="{B5F9CF44-5A07-4114-8421-44B0F9B2869B}">
      <dgm:prSet/>
      <dgm:spPr/>
      <dgm:t>
        <a:bodyPr/>
        <a:lstStyle/>
        <a:p>
          <a:r>
            <a:rPr lang="en-US"/>
            <a:t>Attaching probes and working through different parts of the clock tree.</a:t>
          </a:r>
        </a:p>
      </dgm:t>
    </dgm:pt>
    <dgm:pt modelId="{FB91B503-7DB4-4350-8ADD-4A4F04BFBCB3}" type="parTrans" cxnId="{A1B046AA-71DE-4013-AF9C-7A580CCCD7BF}">
      <dgm:prSet/>
      <dgm:spPr/>
      <dgm:t>
        <a:bodyPr/>
        <a:lstStyle/>
        <a:p>
          <a:endParaRPr lang="en-US"/>
        </a:p>
      </dgm:t>
    </dgm:pt>
    <dgm:pt modelId="{D9913A38-440B-4DFF-BAB7-609F2C28FECF}" type="sibTrans" cxnId="{A1B046AA-71DE-4013-AF9C-7A580CCCD7BF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3"/>
      <dgm:spPr/>
    </dgm:pt>
    <dgm:pt modelId="{0FFF73C2-BC43-6544-9EAF-903D18DA5CF6}" type="pres">
      <dgm:prSet presAssocID="{CE5484D8-41D4-B540-A8E1-2F1F8745CE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3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3"/>
      <dgm:spPr/>
    </dgm:pt>
    <dgm:pt modelId="{89C92F11-1146-FD46-A972-F79683A0273B}" type="pres">
      <dgm:prSet presAssocID="{BC53C3EB-50A8-9546-BD95-C51B1214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3">
        <dgm:presLayoutVars>
          <dgm:bulletEnabled val="1"/>
        </dgm:presLayoutVars>
      </dgm:prSet>
      <dgm:spPr/>
    </dgm:pt>
    <dgm:pt modelId="{6D66B7FD-0821-524C-BEA4-7DEB9F464399}" type="pres">
      <dgm:prSet presAssocID="{F6D51BD7-1D44-3748-9FFC-10D1289F4082}" presName="spaceBetweenRectangles" presStyleCnt="0"/>
      <dgm:spPr/>
    </dgm:pt>
    <dgm:pt modelId="{423E042B-AF12-F348-8BD3-06983B0A9AEE}" type="pres">
      <dgm:prSet presAssocID="{8EBB4BF1-2B2A-3640-8148-D601E75E5FC6}" presName="parentLin" presStyleCnt="0"/>
      <dgm:spPr/>
    </dgm:pt>
    <dgm:pt modelId="{041C6249-A0BB-A249-998A-F9FA65331F7A}" type="pres">
      <dgm:prSet presAssocID="{8EBB4BF1-2B2A-3640-8148-D601E75E5FC6}" presName="parentLeftMargin" presStyleLbl="node1" presStyleIdx="1" presStyleCnt="3"/>
      <dgm:spPr/>
    </dgm:pt>
    <dgm:pt modelId="{4C59F936-E005-4742-81F7-A931281797F0}" type="pres">
      <dgm:prSet presAssocID="{8EBB4BF1-2B2A-3640-8148-D601E75E5F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29C9B-A81C-D342-9740-4BE0D425F135}" type="pres">
      <dgm:prSet presAssocID="{8EBB4BF1-2B2A-3640-8148-D601E75E5FC6}" presName="negativeSpace" presStyleCnt="0"/>
      <dgm:spPr/>
    </dgm:pt>
    <dgm:pt modelId="{D3695FFB-C459-B546-8279-37D92283F726}" type="pres">
      <dgm:prSet presAssocID="{8EBB4BF1-2B2A-3640-8148-D601E75E5F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789C304-C8B7-40F3-B99D-E4B54B81B1EC}" srcId="{CE5484D8-41D4-B540-A8E1-2F1F8745CEEC}" destId="{7EA97DD1-D173-4F64-B5FE-59D9A95DD223}" srcOrd="1" destOrd="0" parTransId="{AC027CA0-078D-4053-9306-354A20347DA4}" sibTransId="{D42D0D60-6A1F-4709-B37E-8C55E0EBA0D1}"/>
    <dgm:cxn modelId="{E119190E-661F-BE48-AFC7-5C855CA815FE}" type="presOf" srcId="{8EBB4BF1-2B2A-3640-8148-D601E75E5FC6}" destId="{041C6249-A0BB-A249-998A-F9FA65331F7A}" srcOrd="0" destOrd="0" presId="urn:microsoft.com/office/officeart/2005/8/layout/list1"/>
    <dgm:cxn modelId="{002AAE27-3307-E34C-A055-80ABCC24E327}" type="presOf" srcId="{E47D9BA5-1C9E-194C-A482-156636E06EAE}" destId="{374CCD99-E516-D044-A3FA-5A72D29511E5}" srcOrd="0" destOrd="0" presId="urn:microsoft.com/office/officeart/2005/8/layout/list1"/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B3389235-70D4-584C-939B-D1AC6D458005}" type="presOf" srcId="{CE5484D8-41D4-B540-A8E1-2F1F8745CEEC}" destId="{6650C0D7-75F9-7F40-8838-D557E0046C11}" srcOrd="0" destOrd="0" presId="urn:microsoft.com/office/officeart/2005/8/layout/list1"/>
    <dgm:cxn modelId="{F1128C38-1FA5-EB4E-AF7A-C88C9F6894CB}" srcId="{ED550E00-98B4-A645-8F49-A2F694859107}" destId="{8EBB4BF1-2B2A-3640-8148-D601E75E5FC6}" srcOrd="2" destOrd="0" parTransId="{3B224BE4-70E5-8044-8282-DAF7564D5CAF}" sibTransId="{5B635FA5-49B6-4344-941A-C13BC5583D0C}"/>
    <dgm:cxn modelId="{75A82C40-E797-154C-AF55-1AF77DAA09E4}" srcId="{BC53C3EB-50A8-9546-BD95-C51B12141D8D}" destId="{E47D9BA5-1C9E-194C-A482-156636E06EAE}" srcOrd="0" destOrd="0" parTransId="{16AB2E2B-606A-8848-BA6E-AE1AE368FDB3}" sibTransId="{BA819F33-39AA-1748-89D5-62B9BBF0364F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1327A850-6F11-C544-8ACA-1E027C5161E9}" srcId="{BC53C3EB-50A8-9546-BD95-C51B12141D8D}" destId="{3F0A4A14-8F50-9443-9E53-B73B4DCB3B39}" srcOrd="1" destOrd="0" parTransId="{7876E855-76FC-D249-893E-060722C372CD}" sibTransId="{8988A524-381F-AA41-8A96-7F6685E0D7A9}"/>
    <dgm:cxn modelId="{8EA5D762-DE78-664D-A0F1-A507F2B45BA0}" type="presOf" srcId="{8EBB4BF1-2B2A-3640-8148-D601E75E5FC6}" destId="{4C59F936-E005-4742-81F7-A931281797F0}" srcOrd="1" destOrd="0" presId="urn:microsoft.com/office/officeart/2005/8/layout/list1"/>
    <dgm:cxn modelId="{41C4106B-AB42-EF49-AB5E-218E58D3006A}" type="presOf" srcId="{BC53C3EB-50A8-9546-BD95-C51B12141D8D}" destId="{1A78DEB2-5D90-AE43-BD57-22F22FB60A6B}" srcOrd="0" destOrd="0" presId="urn:microsoft.com/office/officeart/2005/8/layout/list1"/>
    <dgm:cxn modelId="{B22C1D72-7189-634D-8293-F8FD0D6D01AD}" type="presOf" srcId="{CE5484D8-41D4-B540-A8E1-2F1F8745CEEC}" destId="{0FFF73C2-BC43-6544-9EAF-903D18DA5CF6}" srcOrd="1" destOrd="0" presId="urn:microsoft.com/office/officeart/2005/8/layout/list1"/>
    <dgm:cxn modelId="{70B5FC85-9EFB-AB4E-B390-426BA2ECA90A}" type="presOf" srcId="{BC53C3EB-50A8-9546-BD95-C51B12141D8D}" destId="{89C92F11-1146-FD46-A972-F79683A0273B}" srcOrd="1" destOrd="0" presId="urn:microsoft.com/office/officeart/2005/8/layout/list1"/>
    <dgm:cxn modelId="{A1B046AA-71DE-4013-AF9C-7A580CCCD7BF}" srcId="{8EBB4BF1-2B2A-3640-8148-D601E75E5FC6}" destId="{B5F9CF44-5A07-4114-8421-44B0F9B2869B}" srcOrd="0" destOrd="0" parTransId="{FB91B503-7DB4-4350-8ADD-4A4F04BFBCB3}" sibTransId="{D9913A38-440B-4DFF-BAB7-609F2C28FECF}"/>
    <dgm:cxn modelId="{E73152B4-60C8-4D35-BCC3-E26F09AF3C4B}" type="presOf" srcId="{B5F9CF44-5A07-4114-8421-44B0F9B2869B}" destId="{D3695FFB-C459-B546-8279-37D92283F726}" srcOrd="0" destOrd="0" presId="urn:microsoft.com/office/officeart/2005/8/layout/list1"/>
    <dgm:cxn modelId="{67704DC6-44F4-6B4F-99DD-895C2E07C4C4}" type="presOf" srcId="{3F0A4A14-8F50-9443-9E53-B73B4DCB3B39}" destId="{374CCD99-E516-D044-A3FA-5A72D29511E5}" srcOrd="0" destOrd="1" presId="urn:microsoft.com/office/officeart/2005/8/layout/list1"/>
    <dgm:cxn modelId="{F7B24FCF-736D-4304-8740-FA63837A51C2}" type="presOf" srcId="{7EA97DD1-D173-4F64-B5FE-59D9A95DD223}" destId="{DF97A215-82F2-3440-8004-35A47682AE14}" srcOrd="0" destOrd="1" presId="urn:microsoft.com/office/officeart/2005/8/layout/list1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129AE3F2-5800-3442-BC16-E4388E68714C}" type="presOf" srcId="{76D77872-807B-7D41-B1E9-8B5EBE61BD95}" destId="{DF97A215-82F2-3440-8004-35A47682AE14}" srcOrd="0" destOrd="0" presId="urn:microsoft.com/office/officeart/2005/8/layout/list1"/>
    <dgm:cxn modelId="{50E0E2C9-BDBB-644E-BC53-886F816FE2B2}" type="presParOf" srcId="{EFBA8D6B-95E1-C54A-9099-D24D9AD2AE41}" destId="{57DAE2FD-5FDE-BF40-A7B2-B7E9AB0F7C41}" srcOrd="0" destOrd="0" presId="urn:microsoft.com/office/officeart/2005/8/layout/list1"/>
    <dgm:cxn modelId="{A0E1D578-4B8F-154A-9E71-B3D317C7B0F6}" type="presParOf" srcId="{57DAE2FD-5FDE-BF40-A7B2-B7E9AB0F7C41}" destId="{6650C0D7-75F9-7F40-8838-D557E0046C11}" srcOrd="0" destOrd="0" presId="urn:microsoft.com/office/officeart/2005/8/layout/list1"/>
    <dgm:cxn modelId="{0FFD38DA-4416-1C45-91EB-EA4256ED9600}" type="presParOf" srcId="{57DAE2FD-5FDE-BF40-A7B2-B7E9AB0F7C41}" destId="{0FFF73C2-BC43-6544-9EAF-903D18DA5CF6}" srcOrd="1" destOrd="0" presId="urn:microsoft.com/office/officeart/2005/8/layout/list1"/>
    <dgm:cxn modelId="{E55AE7DC-0730-2247-86C5-D064F7A705B7}" type="presParOf" srcId="{EFBA8D6B-95E1-C54A-9099-D24D9AD2AE41}" destId="{22F6F20F-893D-1449-9DDA-E2B7FF36B629}" srcOrd="1" destOrd="0" presId="urn:microsoft.com/office/officeart/2005/8/layout/list1"/>
    <dgm:cxn modelId="{430413D1-B1B0-9D46-AFEE-11F824E7BAE5}" type="presParOf" srcId="{EFBA8D6B-95E1-C54A-9099-D24D9AD2AE41}" destId="{DF97A215-82F2-3440-8004-35A47682AE14}" srcOrd="2" destOrd="0" presId="urn:microsoft.com/office/officeart/2005/8/layout/list1"/>
    <dgm:cxn modelId="{48CE52ED-A2D2-E145-A4A0-A0B8D03A8FD2}" type="presParOf" srcId="{EFBA8D6B-95E1-C54A-9099-D24D9AD2AE41}" destId="{0A4FF737-5E74-2740-91A3-3185B2DE8F7B}" srcOrd="3" destOrd="0" presId="urn:microsoft.com/office/officeart/2005/8/layout/list1"/>
    <dgm:cxn modelId="{5A6DCA87-AD4E-F747-8716-22A1BE35BBE6}" type="presParOf" srcId="{EFBA8D6B-95E1-C54A-9099-D24D9AD2AE41}" destId="{20E182F1-DBFA-7C48-A2FF-95977D106FCE}" srcOrd="4" destOrd="0" presId="urn:microsoft.com/office/officeart/2005/8/layout/list1"/>
    <dgm:cxn modelId="{1727BEEA-ABAE-CD45-AE04-3FFA1F5C1F5E}" type="presParOf" srcId="{20E182F1-DBFA-7C48-A2FF-95977D106FCE}" destId="{1A78DEB2-5D90-AE43-BD57-22F22FB60A6B}" srcOrd="0" destOrd="0" presId="urn:microsoft.com/office/officeart/2005/8/layout/list1"/>
    <dgm:cxn modelId="{646F8A4E-61D0-0D4F-97F5-1B7179C11425}" type="presParOf" srcId="{20E182F1-DBFA-7C48-A2FF-95977D106FCE}" destId="{89C92F11-1146-FD46-A972-F79683A0273B}" srcOrd="1" destOrd="0" presId="urn:microsoft.com/office/officeart/2005/8/layout/list1"/>
    <dgm:cxn modelId="{BBD599D4-3165-244B-A2DF-69581EB94725}" type="presParOf" srcId="{EFBA8D6B-95E1-C54A-9099-D24D9AD2AE41}" destId="{8273A3B0-A396-AD42-AA4F-E7E18CE80600}" srcOrd="5" destOrd="0" presId="urn:microsoft.com/office/officeart/2005/8/layout/list1"/>
    <dgm:cxn modelId="{15213B37-6DA3-DB4E-AC69-E8DDB8A43C95}" type="presParOf" srcId="{EFBA8D6B-95E1-C54A-9099-D24D9AD2AE41}" destId="{374CCD99-E516-D044-A3FA-5A72D29511E5}" srcOrd="6" destOrd="0" presId="urn:microsoft.com/office/officeart/2005/8/layout/list1"/>
    <dgm:cxn modelId="{8E1E6E18-0547-E740-80F7-5715AD42E206}" type="presParOf" srcId="{EFBA8D6B-95E1-C54A-9099-D24D9AD2AE41}" destId="{6D66B7FD-0821-524C-BEA4-7DEB9F464399}" srcOrd="7" destOrd="0" presId="urn:microsoft.com/office/officeart/2005/8/layout/list1"/>
    <dgm:cxn modelId="{706D6EEA-A8C1-9F46-AA5E-FF35A759E219}" type="presParOf" srcId="{EFBA8D6B-95E1-C54A-9099-D24D9AD2AE41}" destId="{423E042B-AF12-F348-8BD3-06983B0A9AEE}" srcOrd="8" destOrd="0" presId="urn:microsoft.com/office/officeart/2005/8/layout/list1"/>
    <dgm:cxn modelId="{79BD154E-EAD1-9B42-ACED-37056E6B6202}" type="presParOf" srcId="{423E042B-AF12-F348-8BD3-06983B0A9AEE}" destId="{041C6249-A0BB-A249-998A-F9FA65331F7A}" srcOrd="0" destOrd="0" presId="urn:microsoft.com/office/officeart/2005/8/layout/list1"/>
    <dgm:cxn modelId="{FEB77AC4-6F73-3F45-9D60-FB888279D849}" type="presParOf" srcId="{423E042B-AF12-F348-8BD3-06983B0A9AEE}" destId="{4C59F936-E005-4742-81F7-A931281797F0}" srcOrd="1" destOrd="0" presId="urn:microsoft.com/office/officeart/2005/8/layout/list1"/>
    <dgm:cxn modelId="{EE412E29-3D46-BD40-AD11-576786A2304C}" type="presParOf" srcId="{EFBA8D6B-95E1-C54A-9099-D24D9AD2AE41}" destId="{EA329C9B-A81C-D342-9740-4BE0D425F135}" srcOrd="9" destOrd="0" presId="urn:microsoft.com/office/officeart/2005/8/layout/list1"/>
    <dgm:cxn modelId="{4EC13435-7763-984D-8944-2BF2A378E9EC}" type="presParOf" srcId="{EFBA8D6B-95E1-C54A-9099-D24D9AD2AE41}" destId="{D3695FFB-C459-B546-8279-37D92283F7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Goal 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Status 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8EBB4BF1-2B2A-3640-8148-D601E75E5FC6}">
      <dgm:prSet phldrT="[Text]"/>
      <dgm:spPr/>
      <dgm:t>
        <a:bodyPr/>
        <a:lstStyle/>
        <a:p>
          <a:r>
            <a:rPr lang="en-US"/>
            <a:t>Next Steps</a:t>
          </a:r>
        </a:p>
      </dgm:t>
    </dgm:pt>
    <dgm:pt modelId="{3B224BE4-70E5-8044-8282-DAF7564D5CAF}" type="parTrans" cxnId="{F1128C38-1FA5-EB4E-AF7A-C88C9F6894CB}">
      <dgm:prSet/>
      <dgm:spPr/>
      <dgm:t>
        <a:bodyPr/>
        <a:lstStyle/>
        <a:p>
          <a:endParaRPr lang="en-US"/>
        </a:p>
      </dgm:t>
    </dgm:pt>
    <dgm:pt modelId="{5B635FA5-49B6-4344-941A-C13BC5583D0C}" type="sibTrans" cxnId="{F1128C38-1FA5-EB4E-AF7A-C88C9F6894CB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/>
      <dgm:spPr/>
      <dgm:t>
        <a:bodyPr/>
        <a:lstStyle/>
        <a:p>
          <a:r>
            <a:rPr lang="en-US"/>
            <a:t>Attempt to replicate link flaps using RMA QFX5240 in thermal chamber with temp cycling.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E47D9BA5-1C9E-194C-A482-156636E06EAE}">
      <dgm:prSet phldrT="[Text]"/>
      <dgm:spPr/>
      <dgm:t>
        <a:bodyPr/>
        <a:lstStyle/>
        <a:p>
          <a:r>
            <a:rPr lang="en-US"/>
            <a:t>One RMA QFX5240 from customer has been installed in thermal chamber in </a:t>
          </a:r>
          <a:r>
            <a:rPr lang="en-US" err="1"/>
            <a:t>Bldg</a:t>
          </a:r>
          <a:r>
            <a:rPr lang="en-US"/>
            <a:t> 8 with 31 AEC Y-cables and various other optics modules on remaining ports. </a:t>
          </a:r>
        </a:p>
      </dgm:t>
    </dgm:pt>
    <dgm:pt modelId="{16AB2E2B-606A-8848-BA6E-AE1AE368FDB3}" type="parTrans" cxnId="{75A82C40-E797-154C-AF55-1AF77DAA09E4}">
      <dgm:prSet/>
      <dgm:spPr/>
      <dgm:t>
        <a:bodyPr/>
        <a:lstStyle/>
        <a:p>
          <a:endParaRPr lang="en-US"/>
        </a:p>
      </dgm:t>
    </dgm:pt>
    <dgm:pt modelId="{BA819F33-39AA-1748-89D5-62B9BBF0364F}" type="sibTrans" cxnId="{75A82C40-E797-154C-AF55-1AF77DAA09E4}">
      <dgm:prSet/>
      <dgm:spPr/>
      <dgm:t>
        <a:bodyPr/>
        <a:lstStyle/>
        <a:p>
          <a:endParaRPr lang="en-US"/>
        </a:p>
      </dgm:t>
    </dgm:pt>
    <dgm:pt modelId="{EBDF5684-29DC-5641-8DC6-EFDC41EB0586}">
      <dgm:prSet phldrT="[Text]"/>
      <dgm:spPr/>
      <dgm:t>
        <a:bodyPr/>
        <a:lstStyle/>
        <a:p>
          <a:r>
            <a:rPr lang="en-US"/>
            <a:t>Evaluate possibility of thermal dependence on failure mode suggested by some data.</a:t>
          </a:r>
        </a:p>
      </dgm:t>
    </dgm:pt>
    <dgm:pt modelId="{DCF91050-FC5A-0A4D-96B1-B43CD3767E13}" type="parTrans" cxnId="{C2281064-22B5-9445-AE72-E6E5FD949DA3}">
      <dgm:prSet/>
      <dgm:spPr/>
      <dgm:t>
        <a:bodyPr/>
        <a:lstStyle/>
        <a:p>
          <a:endParaRPr lang="en-US"/>
        </a:p>
      </dgm:t>
    </dgm:pt>
    <dgm:pt modelId="{6E756B7B-2E86-9E45-890E-66E37264EBEF}" type="sibTrans" cxnId="{C2281064-22B5-9445-AE72-E6E5FD949DA3}">
      <dgm:prSet/>
      <dgm:spPr/>
      <dgm:t>
        <a:bodyPr/>
        <a:lstStyle/>
        <a:p>
          <a:endParaRPr lang="en-US"/>
        </a:p>
      </dgm:t>
    </dgm:pt>
    <dgm:pt modelId="{920E671C-682E-401D-B4CD-AA7A5AD3C2F2}">
      <dgm:prSet/>
      <dgm:spPr/>
      <dgm:t>
        <a:bodyPr/>
        <a:lstStyle/>
        <a:p>
          <a:r>
            <a:rPr lang="en-US"/>
            <a:t>Continue testing over next 48 hours. </a:t>
          </a:r>
        </a:p>
      </dgm:t>
    </dgm:pt>
    <dgm:pt modelId="{EA72A9AA-842E-4D55-B076-6A648CFD5990}" type="parTrans" cxnId="{CBD03BD2-931D-4E41-972E-C34A18EF0B5A}">
      <dgm:prSet/>
      <dgm:spPr/>
      <dgm:t>
        <a:bodyPr/>
        <a:lstStyle/>
        <a:p>
          <a:endParaRPr lang="en-US"/>
        </a:p>
      </dgm:t>
    </dgm:pt>
    <dgm:pt modelId="{91FE6C37-05AE-4AC5-B5D3-26C40AAD997B}" type="sibTrans" cxnId="{CBD03BD2-931D-4E41-972E-C34A18EF0B5A}">
      <dgm:prSet/>
      <dgm:spPr/>
      <dgm:t>
        <a:bodyPr/>
        <a:lstStyle/>
        <a:p>
          <a:endParaRPr lang="en-US"/>
        </a:p>
      </dgm:t>
    </dgm:pt>
    <dgm:pt modelId="{6B7FD238-5526-864B-99B0-90F91768FDED}">
      <dgm:prSet phldrT="[Text]"/>
      <dgm:spPr/>
      <dgm:t>
        <a:bodyPr/>
        <a:lstStyle/>
        <a:p>
          <a:r>
            <a:rPr lang="en-US"/>
            <a:t>Running scripts to dump temp and fan speed data periodically and log necessary diagnostic information if a link flap is observed. </a:t>
          </a:r>
        </a:p>
      </dgm:t>
    </dgm:pt>
    <dgm:pt modelId="{31FA8393-80A4-9343-8651-262F623F4D5C}" type="sibTrans" cxnId="{6F5220C3-B30A-824E-9CED-01C5929F2903}">
      <dgm:prSet/>
      <dgm:spPr/>
      <dgm:t>
        <a:bodyPr/>
        <a:lstStyle/>
        <a:p>
          <a:endParaRPr lang="en-US"/>
        </a:p>
      </dgm:t>
    </dgm:pt>
    <dgm:pt modelId="{3C3E8BD1-BEC5-6F4C-A484-DE90B92FE4D0}" type="parTrans" cxnId="{6F5220C3-B30A-824E-9CED-01C5929F2903}">
      <dgm:prSet/>
      <dgm:spPr/>
      <dgm:t>
        <a:bodyPr/>
        <a:lstStyle/>
        <a:p>
          <a:endParaRPr lang="en-US"/>
        </a:p>
      </dgm:t>
    </dgm:pt>
    <dgm:pt modelId="{FD4EA4FB-D9BD-4C9E-A370-23DC8CC698FE}">
      <dgm:prSet phldrT="[Text]"/>
      <dgm:spPr/>
      <dgm:t>
        <a:bodyPr/>
        <a:lstStyle/>
        <a:p>
          <a:r>
            <a:rPr lang="en-US"/>
            <a:t>No link flaps or issues seen so far.</a:t>
          </a:r>
        </a:p>
      </dgm:t>
    </dgm:pt>
    <dgm:pt modelId="{715C15FA-39BA-4FF9-A8E3-AEC79E56FF2C}" type="parTrans" cxnId="{6BDCAF29-B42A-4720-A9C7-E46D2F81C905}">
      <dgm:prSet/>
      <dgm:spPr/>
      <dgm:t>
        <a:bodyPr/>
        <a:lstStyle/>
        <a:p>
          <a:endParaRPr lang="en-US"/>
        </a:p>
      </dgm:t>
    </dgm:pt>
    <dgm:pt modelId="{76889670-0638-459D-B3C6-C5DF451B21CD}" type="sibTrans" cxnId="{6BDCAF29-B42A-4720-A9C7-E46D2F81C905}">
      <dgm:prSet/>
      <dgm:spPr/>
      <dgm:t>
        <a:bodyPr/>
        <a:lstStyle/>
        <a:p>
          <a:endParaRPr lang="en-US"/>
        </a:p>
      </dgm:t>
    </dgm:pt>
    <dgm:pt modelId="{BF806923-9F78-4573-9709-4C4BCF44D99D}">
      <dgm:prSet phldrT="[Text]"/>
      <dgm:spPr/>
      <dgm:t>
        <a:bodyPr/>
        <a:lstStyle/>
        <a:p>
          <a:r>
            <a:rPr lang="en-US"/>
            <a:t>Testing in progress since 6:30PM on 12/17/2025. One thermal cycle [-5C -&gt; room temp -&gt; +40C -&gt; room temp] has been completed.</a:t>
          </a:r>
        </a:p>
      </dgm:t>
    </dgm:pt>
    <dgm:pt modelId="{BD5B378F-ACD9-4B5E-89AC-4647060EF731}" type="parTrans" cxnId="{4703D799-B769-4388-B34C-E0BC0542006E}">
      <dgm:prSet/>
      <dgm:spPr/>
      <dgm:t>
        <a:bodyPr/>
        <a:lstStyle/>
        <a:p>
          <a:endParaRPr lang="en-US"/>
        </a:p>
      </dgm:t>
    </dgm:pt>
    <dgm:pt modelId="{D57B566D-7BD5-4BF5-84FE-034E35F75B61}" type="sibTrans" cxnId="{4703D799-B769-4388-B34C-E0BC0542006E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3"/>
      <dgm:spPr/>
    </dgm:pt>
    <dgm:pt modelId="{0FFF73C2-BC43-6544-9EAF-903D18DA5CF6}" type="pres">
      <dgm:prSet presAssocID="{CE5484D8-41D4-B540-A8E1-2F1F8745CE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3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3"/>
      <dgm:spPr/>
    </dgm:pt>
    <dgm:pt modelId="{89C92F11-1146-FD46-A972-F79683A0273B}" type="pres">
      <dgm:prSet presAssocID="{BC53C3EB-50A8-9546-BD95-C51B1214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3">
        <dgm:presLayoutVars>
          <dgm:bulletEnabled val="1"/>
        </dgm:presLayoutVars>
      </dgm:prSet>
      <dgm:spPr/>
    </dgm:pt>
    <dgm:pt modelId="{6D66B7FD-0821-524C-BEA4-7DEB9F464399}" type="pres">
      <dgm:prSet presAssocID="{F6D51BD7-1D44-3748-9FFC-10D1289F4082}" presName="spaceBetweenRectangles" presStyleCnt="0"/>
      <dgm:spPr/>
    </dgm:pt>
    <dgm:pt modelId="{423E042B-AF12-F348-8BD3-06983B0A9AEE}" type="pres">
      <dgm:prSet presAssocID="{8EBB4BF1-2B2A-3640-8148-D601E75E5FC6}" presName="parentLin" presStyleCnt="0"/>
      <dgm:spPr/>
    </dgm:pt>
    <dgm:pt modelId="{041C6249-A0BB-A249-998A-F9FA65331F7A}" type="pres">
      <dgm:prSet presAssocID="{8EBB4BF1-2B2A-3640-8148-D601E75E5FC6}" presName="parentLeftMargin" presStyleLbl="node1" presStyleIdx="1" presStyleCnt="3"/>
      <dgm:spPr/>
    </dgm:pt>
    <dgm:pt modelId="{4C59F936-E005-4742-81F7-A931281797F0}" type="pres">
      <dgm:prSet presAssocID="{8EBB4BF1-2B2A-3640-8148-D601E75E5F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29C9B-A81C-D342-9740-4BE0D425F135}" type="pres">
      <dgm:prSet presAssocID="{8EBB4BF1-2B2A-3640-8148-D601E75E5FC6}" presName="negativeSpace" presStyleCnt="0"/>
      <dgm:spPr/>
    </dgm:pt>
    <dgm:pt modelId="{D3695FFB-C459-B546-8279-37D92283F726}" type="pres">
      <dgm:prSet presAssocID="{8EBB4BF1-2B2A-3640-8148-D601E75E5F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119190E-661F-BE48-AFC7-5C855CA815FE}" type="presOf" srcId="{8EBB4BF1-2B2A-3640-8148-D601E75E5FC6}" destId="{041C6249-A0BB-A249-998A-F9FA65331F7A}" srcOrd="0" destOrd="0" presId="urn:microsoft.com/office/officeart/2005/8/layout/list1"/>
    <dgm:cxn modelId="{0FA07015-9618-4DEC-92AF-94A9EE92B1F5}" type="presOf" srcId="{FD4EA4FB-D9BD-4C9E-A370-23DC8CC698FE}" destId="{374CCD99-E516-D044-A3FA-5A72D29511E5}" srcOrd="0" destOrd="3" presId="urn:microsoft.com/office/officeart/2005/8/layout/list1"/>
    <dgm:cxn modelId="{002AAE27-3307-E34C-A055-80ABCC24E327}" type="presOf" srcId="{E47D9BA5-1C9E-194C-A482-156636E06EAE}" destId="{374CCD99-E516-D044-A3FA-5A72D29511E5}" srcOrd="0" destOrd="0" presId="urn:microsoft.com/office/officeart/2005/8/layout/list1"/>
    <dgm:cxn modelId="{6BDCAF29-B42A-4720-A9C7-E46D2F81C905}" srcId="{BC53C3EB-50A8-9546-BD95-C51B12141D8D}" destId="{FD4EA4FB-D9BD-4C9E-A370-23DC8CC698FE}" srcOrd="3" destOrd="0" parTransId="{715C15FA-39BA-4FF9-A8E3-AEC79E56FF2C}" sibTransId="{76889670-0638-459D-B3C6-C5DF451B21CD}"/>
    <dgm:cxn modelId="{9CCAD12F-0AA0-D944-856B-A3CC6371BCC3}" type="presOf" srcId="{6B7FD238-5526-864B-99B0-90F91768FDED}" destId="{374CCD99-E516-D044-A3FA-5A72D29511E5}" srcOrd="0" destOrd="1" presId="urn:microsoft.com/office/officeart/2005/8/layout/list1"/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B3389235-70D4-584C-939B-D1AC6D458005}" type="presOf" srcId="{CE5484D8-41D4-B540-A8E1-2F1F8745CEEC}" destId="{6650C0D7-75F9-7F40-8838-D557E0046C11}" srcOrd="0" destOrd="0" presId="urn:microsoft.com/office/officeart/2005/8/layout/list1"/>
    <dgm:cxn modelId="{F1128C38-1FA5-EB4E-AF7A-C88C9F6894CB}" srcId="{ED550E00-98B4-A645-8F49-A2F694859107}" destId="{8EBB4BF1-2B2A-3640-8148-D601E75E5FC6}" srcOrd="2" destOrd="0" parTransId="{3B224BE4-70E5-8044-8282-DAF7564D5CAF}" sibTransId="{5B635FA5-49B6-4344-941A-C13BC5583D0C}"/>
    <dgm:cxn modelId="{75A82C40-E797-154C-AF55-1AF77DAA09E4}" srcId="{BC53C3EB-50A8-9546-BD95-C51B12141D8D}" destId="{E47D9BA5-1C9E-194C-A482-156636E06EAE}" srcOrd="0" destOrd="0" parTransId="{16AB2E2B-606A-8848-BA6E-AE1AE368FDB3}" sibTransId="{BA819F33-39AA-1748-89D5-62B9BBF0364F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B3B98A5E-49C4-524B-8C30-57A359BE2F51}" type="presOf" srcId="{EBDF5684-29DC-5641-8DC6-EFDC41EB0586}" destId="{DF97A215-82F2-3440-8004-35A47682AE14}" srcOrd="0" destOrd="1" presId="urn:microsoft.com/office/officeart/2005/8/layout/list1"/>
    <dgm:cxn modelId="{8EA5D762-DE78-664D-A0F1-A507F2B45BA0}" type="presOf" srcId="{8EBB4BF1-2B2A-3640-8148-D601E75E5FC6}" destId="{4C59F936-E005-4742-81F7-A931281797F0}" srcOrd="1" destOrd="0" presId="urn:microsoft.com/office/officeart/2005/8/layout/list1"/>
    <dgm:cxn modelId="{C2281064-22B5-9445-AE72-E6E5FD949DA3}" srcId="{CE5484D8-41D4-B540-A8E1-2F1F8745CEEC}" destId="{EBDF5684-29DC-5641-8DC6-EFDC41EB0586}" srcOrd="1" destOrd="0" parTransId="{DCF91050-FC5A-0A4D-96B1-B43CD3767E13}" sibTransId="{6E756B7B-2E86-9E45-890E-66E37264EBEF}"/>
    <dgm:cxn modelId="{41C4106B-AB42-EF49-AB5E-218E58D3006A}" type="presOf" srcId="{BC53C3EB-50A8-9546-BD95-C51B12141D8D}" destId="{1A78DEB2-5D90-AE43-BD57-22F22FB60A6B}" srcOrd="0" destOrd="0" presId="urn:microsoft.com/office/officeart/2005/8/layout/list1"/>
    <dgm:cxn modelId="{B22C1D72-7189-634D-8293-F8FD0D6D01AD}" type="presOf" srcId="{CE5484D8-41D4-B540-A8E1-2F1F8745CEEC}" destId="{0FFF73C2-BC43-6544-9EAF-903D18DA5CF6}" srcOrd="1" destOrd="0" presId="urn:microsoft.com/office/officeart/2005/8/layout/list1"/>
    <dgm:cxn modelId="{70B5FC85-9EFB-AB4E-B390-426BA2ECA90A}" type="presOf" srcId="{BC53C3EB-50A8-9546-BD95-C51B12141D8D}" destId="{89C92F11-1146-FD46-A972-F79683A0273B}" srcOrd="1" destOrd="0" presId="urn:microsoft.com/office/officeart/2005/8/layout/list1"/>
    <dgm:cxn modelId="{4703D799-B769-4388-B34C-E0BC0542006E}" srcId="{BC53C3EB-50A8-9546-BD95-C51B12141D8D}" destId="{BF806923-9F78-4573-9709-4C4BCF44D99D}" srcOrd="2" destOrd="0" parTransId="{BD5B378F-ACD9-4B5E-89AC-4647060EF731}" sibTransId="{D57B566D-7BD5-4BF5-84FE-034E35F75B61}"/>
    <dgm:cxn modelId="{6F5220C3-B30A-824E-9CED-01C5929F2903}" srcId="{BC53C3EB-50A8-9546-BD95-C51B12141D8D}" destId="{6B7FD238-5526-864B-99B0-90F91768FDED}" srcOrd="1" destOrd="0" parTransId="{3C3E8BD1-BEC5-6F4C-A484-DE90B92FE4D0}" sibTransId="{31FA8393-80A4-9343-8651-262F623F4D5C}"/>
    <dgm:cxn modelId="{553513D1-C4BE-486C-84DF-8DBF4A85EE84}" type="presOf" srcId="{BF806923-9F78-4573-9709-4C4BCF44D99D}" destId="{374CCD99-E516-D044-A3FA-5A72D29511E5}" srcOrd="0" destOrd="2" presId="urn:microsoft.com/office/officeart/2005/8/layout/list1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CBD03BD2-931D-4E41-972E-C34A18EF0B5A}" srcId="{8EBB4BF1-2B2A-3640-8148-D601E75E5FC6}" destId="{920E671C-682E-401D-B4CD-AA7A5AD3C2F2}" srcOrd="0" destOrd="0" parTransId="{EA72A9AA-842E-4D55-B076-6A648CFD5990}" sibTransId="{91FE6C37-05AE-4AC5-B5D3-26C40AAD997B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D89292E2-35EC-4BA9-A2DC-911C7CA38338}" type="presOf" srcId="{920E671C-682E-401D-B4CD-AA7A5AD3C2F2}" destId="{D3695FFB-C459-B546-8279-37D92283F726}" srcOrd="0" destOrd="0" presId="urn:microsoft.com/office/officeart/2005/8/layout/list1"/>
    <dgm:cxn modelId="{129AE3F2-5800-3442-BC16-E4388E68714C}" type="presOf" srcId="{76D77872-807B-7D41-B1E9-8B5EBE61BD95}" destId="{DF97A215-82F2-3440-8004-35A47682AE14}" srcOrd="0" destOrd="0" presId="urn:microsoft.com/office/officeart/2005/8/layout/list1"/>
    <dgm:cxn modelId="{50E0E2C9-BDBB-644E-BC53-886F816FE2B2}" type="presParOf" srcId="{EFBA8D6B-95E1-C54A-9099-D24D9AD2AE41}" destId="{57DAE2FD-5FDE-BF40-A7B2-B7E9AB0F7C41}" srcOrd="0" destOrd="0" presId="urn:microsoft.com/office/officeart/2005/8/layout/list1"/>
    <dgm:cxn modelId="{A0E1D578-4B8F-154A-9E71-B3D317C7B0F6}" type="presParOf" srcId="{57DAE2FD-5FDE-BF40-A7B2-B7E9AB0F7C41}" destId="{6650C0D7-75F9-7F40-8838-D557E0046C11}" srcOrd="0" destOrd="0" presId="urn:microsoft.com/office/officeart/2005/8/layout/list1"/>
    <dgm:cxn modelId="{0FFD38DA-4416-1C45-91EB-EA4256ED9600}" type="presParOf" srcId="{57DAE2FD-5FDE-BF40-A7B2-B7E9AB0F7C41}" destId="{0FFF73C2-BC43-6544-9EAF-903D18DA5CF6}" srcOrd="1" destOrd="0" presId="urn:microsoft.com/office/officeart/2005/8/layout/list1"/>
    <dgm:cxn modelId="{E55AE7DC-0730-2247-86C5-D064F7A705B7}" type="presParOf" srcId="{EFBA8D6B-95E1-C54A-9099-D24D9AD2AE41}" destId="{22F6F20F-893D-1449-9DDA-E2B7FF36B629}" srcOrd="1" destOrd="0" presId="urn:microsoft.com/office/officeart/2005/8/layout/list1"/>
    <dgm:cxn modelId="{430413D1-B1B0-9D46-AFEE-11F824E7BAE5}" type="presParOf" srcId="{EFBA8D6B-95E1-C54A-9099-D24D9AD2AE41}" destId="{DF97A215-82F2-3440-8004-35A47682AE14}" srcOrd="2" destOrd="0" presId="urn:microsoft.com/office/officeart/2005/8/layout/list1"/>
    <dgm:cxn modelId="{48CE52ED-A2D2-E145-A4A0-A0B8D03A8FD2}" type="presParOf" srcId="{EFBA8D6B-95E1-C54A-9099-D24D9AD2AE41}" destId="{0A4FF737-5E74-2740-91A3-3185B2DE8F7B}" srcOrd="3" destOrd="0" presId="urn:microsoft.com/office/officeart/2005/8/layout/list1"/>
    <dgm:cxn modelId="{5A6DCA87-AD4E-F747-8716-22A1BE35BBE6}" type="presParOf" srcId="{EFBA8D6B-95E1-C54A-9099-D24D9AD2AE41}" destId="{20E182F1-DBFA-7C48-A2FF-95977D106FCE}" srcOrd="4" destOrd="0" presId="urn:microsoft.com/office/officeart/2005/8/layout/list1"/>
    <dgm:cxn modelId="{1727BEEA-ABAE-CD45-AE04-3FFA1F5C1F5E}" type="presParOf" srcId="{20E182F1-DBFA-7C48-A2FF-95977D106FCE}" destId="{1A78DEB2-5D90-AE43-BD57-22F22FB60A6B}" srcOrd="0" destOrd="0" presId="urn:microsoft.com/office/officeart/2005/8/layout/list1"/>
    <dgm:cxn modelId="{646F8A4E-61D0-0D4F-97F5-1B7179C11425}" type="presParOf" srcId="{20E182F1-DBFA-7C48-A2FF-95977D106FCE}" destId="{89C92F11-1146-FD46-A972-F79683A0273B}" srcOrd="1" destOrd="0" presId="urn:microsoft.com/office/officeart/2005/8/layout/list1"/>
    <dgm:cxn modelId="{BBD599D4-3165-244B-A2DF-69581EB94725}" type="presParOf" srcId="{EFBA8D6B-95E1-C54A-9099-D24D9AD2AE41}" destId="{8273A3B0-A396-AD42-AA4F-E7E18CE80600}" srcOrd="5" destOrd="0" presId="urn:microsoft.com/office/officeart/2005/8/layout/list1"/>
    <dgm:cxn modelId="{15213B37-6DA3-DB4E-AC69-E8DDB8A43C95}" type="presParOf" srcId="{EFBA8D6B-95E1-C54A-9099-D24D9AD2AE41}" destId="{374CCD99-E516-D044-A3FA-5A72D29511E5}" srcOrd="6" destOrd="0" presId="urn:microsoft.com/office/officeart/2005/8/layout/list1"/>
    <dgm:cxn modelId="{8E1E6E18-0547-E740-80F7-5715AD42E206}" type="presParOf" srcId="{EFBA8D6B-95E1-C54A-9099-D24D9AD2AE41}" destId="{6D66B7FD-0821-524C-BEA4-7DEB9F464399}" srcOrd="7" destOrd="0" presId="urn:microsoft.com/office/officeart/2005/8/layout/list1"/>
    <dgm:cxn modelId="{706D6EEA-A8C1-9F46-AA5E-FF35A759E219}" type="presParOf" srcId="{EFBA8D6B-95E1-C54A-9099-D24D9AD2AE41}" destId="{423E042B-AF12-F348-8BD3-06983B0A9AEE}" srcOrd="8" destOrd="0" presId="urn:microsoft.com/office/officeart/2005/8/layout/list1"/>
    <dgm:cxn modelId="{79BD154E-EAD1-9B42-ACED-37056E6B6202}" type="presParOf" srcId="{423E042B-AF12-F348-8BD3-06983B0A9AEE}" destId="{041C6249-A0BB-A249-998A-F9FA65331F7A}" srcOrd="0" destOrd="0" presId="urn:microsoft.com/office/officeart/2005/8/layout/list1"/>
    <dgm:cxn modelId="{FEB77AC4-6F73-3F45-9D60-FB888279D849}" type="presParOf" srcId="{423E042B-AF12-F348-8BD3-06983B0A9AEE}" destId="{4C59F936-E005-4742-81F7-A931281797F0}" srcOrd="1" destOrd="0" presId="urn:microsoft.com/office/officeart/2005/8/layout/list1"/>
    <dgm:cxn modelId="{EE412E29-3D46-BD40-AD11-576786A2304C}" type="presParOf" srcId="{EFBA8D6B-95E1-C54A-9099-D24D9AD2AE41}" destId="{EA329C9B-A81C-D342-9740-4BE0D425F135}" srcOrd="9" destOrd="0" presId="urn:microsoft.com/office/officeart/2005/8/layout/list1"/>
    <dgm:cxn modelId="{4EC13435-7763-984D-8944-2BF2A378E9EC}" type="presParOf" srcId="{EFBA8D6B-95E1-C54A-9099-D24D9AD2AE41}" destId="{D3695FFB-C459-B546-8279-37D92283F7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Test Bed # 1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Test Bed # 2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8EBB4BF1-2B2A-3640-8148-D601E75E5FC6}">
      <dgm:prSet phldrT="[Text]"/>
      <dgm:spPr/>
      <dgm:t>
        <a:bodyPr/>
        <a:lstStyle/>
        <a:p>
          <a:r>
            <a:rPr lang="en-US"/>
            <a:t>Test Bed # 3</a:t>
          </a:r>
        </a:p>
      </dgm:t>
    </dgm:pt>
    <dgm:pt modelId="{3B224BE4-70E5-8044-8282-DAF7564D5CAF}" type="parTrans" cxnId="{F1128C38-1FA5-EB4E-AF7A-C88C9F6894CB}">
      <dgm:prSet/>
      <dgm:spPr/>
      <dgm:t>
        <a:bodyPr/>
        <a:lstStyle/>
        <a:p>
          <a:endParaRPr lang="en-US"/>
        </a:p>
      </dgm:t>
    </dgm:pt>
    <dgm:pt modelId="{5B635FA5-49B6-4344-941A-C13BC5583D0C}" type="sibTrans" cxnId="{F1128C38-1FA5-EB4E-AF7A-C88C9F6894CB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/>
      <dgm:spPr/>
      <dgm:t>
        <a:bodyPr/>
        <a:lstStyle/>
        <a:p>
          <a:r>
            <a:rPr lang="en-US"/>
            <a:t>Testing Type: Stress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A4E05006-4F63-7540-8DC1-1CE3D2D9E4FE}">
      <dgm:prSet phldrT="[Text]"/>
      <dgm:spPr/>
      <dgm:t>
        <a:bodyPr/>
        <a:lstStyle/>
        <a:p>
          <a:r>
            <a:rPr lang="en-US"/>
            <a:t>Testing updates</a:t>
          </a:r>
        </a:p>
      </dgm:t>
    </dgm:pt>
    <dgm:pt modelId="{C215C2DD-C109-8742-9230-5540809AC130}" type="parTrans" cxnId="{6D3A7CF6-F8A3-4A47-A307-92BB5FF3EB4C}">
      <dgm:prSet/>
      <dgm:spPr/>
      <dgm:t>
        <a:bodyPr/>
        <a:lstStyle/>
        <a:p>
          <a:endParaRPr lang="en-US"/>
        </a:p>
      </dgm:t>
    </dgm:pt>
    <dgm:pt modelId="{6CDDA3F3-C7C2-B848-86F8-2F6EC66FA914}" type="sibTrans" cxnId="{6D3A7CF6-F8A3-4A47-A307-92BB5FF3EB4C}">
      <dgm:prSet/>
      <dgm:spPr/>
      <dgm:t>
        <a:bodyPr/>
        <a:lstStyle/>
        <a:p>
          <a:endParaRPr lang="en-US"/>
        </a:p>
      </dgm:t>
    </dgm:pt>
    <dgm:pt modelId="{63BC4448-4792-1E45-A2BC-372AE7100FE6}">
      <dgm:prSet phldrT="[Text]"/>
      <dgm:spPr/>
      <dgm:t>
        <a:bodyPr/>
        <a:lstStyle/>
        <a:p>
          <a:endParaRPr lang="en-US"/>
        </a:p>
      </dgm:t>
    </dgm:pt>
    <dgm:pt modelId="{D84B20FC-04E1-1C48-A65D-6EBA558304EA}" type="parTrans" cxnId="{A2E0DACE-8E4A-DF4F-ADA9-8863FAF5C336}">
      <dgm:prSet/>
      <dgm:spPr/>
      <dgm:t>
        <a:bodyPr/>
        <a:lstStyle/>
        <a:p>
          <a:endParaRPr lang="en-US"/>
        </a:p>
      </dgm:t>
    </dgm:pt>
    <dgm:pt modelId="{02994336-1AE9-0A46-A723-1C4AB26D6635}" type="sibTrans" cxnId="{A2E0DACE-8E4A-DF4F-ADA9-8863FAF5C336}">
      <dgm:prSet/>
      <dgm:spPr/>
      <dgm:t>
        <a:bodyPr/>
        <a:lstStyle/>
        <a:p>
          <a:endParaRPr lang="en-US"/>
        </a:p>
      </dgm:t>
    </dgm:pt>
    <dgm:pt modelId="{3A6234EC-4D85-514D-9CB9-54C570227841}">
      <dgm:prSet phldrT="[Text]"/>
      <dgm:spPr/>
      <dgm:t>
        <a:bodyPr/>
        <a:lstStyle/>
        <a:p>
          <a:r>
            <a:rPr lang="en-US"/>
            <a:t>Testing Type: Optics</a:t>
          </a:r>
        </a:p>
      </dgm:t>
    </dgm:pt>
    <dgm:pt modelId="{9D2B43AD-E7A5-1A4D-A6D3-F16C5E83F990}" type="parTrans" cxnId="{6B820BE6-3563-7B43-806C-A57234572976}">
      <dgm:prSet/>
      <dgm:spPr/>
      <dgm:t>
        <a:bodyPr/>
        <a:lstStyle/>
        <a:p>
          <a:endParaRPr lang="en-US"/>
        </a:p>
      </dgm:t>
    </dgm:pt>
    <dgm:pt modelId="{231CE399-11D4-C747-93A6-83D43092EDC4}" type="sibTrans" cxnId="{6B820BE6-3563-7B43-806C-A57234572976}">
      <dgm:prSet/>
      <dgm:spPr/>
      <dgm:t>
        <a:bodyPr/>
        <a:lstStyle/>
        <a:p>
          <a:endParaRPr lang="en-US"/>
        </a:p>
      </dgm:t>
    </dgm:pt>
    <dgm:pt modelId="{5553E802-782F-254D-AB54-A66022A95EE9}">
      <dgm:prSet phldrT="[Text]"/>
      <dgm:spPr/>
      <dgm:t>
        <a:bodyPr/>
        <a:lstStyle/>
        <a:p>
          <a:r>
            <a:rPr lang="en-US"/>
            <a:t>Testing updates</a:t>
          </a:r>
        </a:p>
      </dgm:t>
    </dgm:pt>
    <dgm:pt modelId="{1ABA0FB4-1BFD-EC43-B024-074631F4ADD1}" type="parTrans" cxnId="{BF4E3F98-EA1B-4C46-AA14-19D124E75539}">
      <dgm:prSet/>
      <dgm:spPr/>
      <dgm:t>
        <a:bodyPr/>
        <a:lstStyle/>
        <a:p>
          <a:endParaRPr lang="en-US"/>
        </a:p>
      </dgm:t>
    </dgm:pt>
    <dgm:pt modelId="{33760AFC-3108-CD43-804B-F32693D4C905}" type="sibTrans" cxnId="{BF4E3F98-EA1B-4C46-AA14-19D124E75539}">
      <dgm:prSet/>
      <dgm:spPr/>
      <dgm:t>
        <a:bodyPr/>
        <a:lstStyle/>
        <a:p>
          <a:endParaRPr lang="en-US"/>
        </a:p>
      </dgm:t>
    </dgm:pt>
    <dgm:pt modelId="{83B72B87-30FB-C649-A018-1016552EF6AE}">
      <dgm:prSet phldrT="[Text]"/>
      <dgm:spPr/>
      <dgm:t>
        <a:bodyPr/>
        <a:lstStyle/>
        <a:p>
          <a:r>
            <a:rPr lang="en-US"/>
            <a:t>Observations:</a:t>
          </a:r>
        </a:p>
      </dgm:t>
    </dgm:pt>
    <dgm:pt modelId="{BD48945E-8FD5-FC4B-AE14-9F73765905D7}" type="parTrans" cxnId="{6F9FE2BE-CA05-9748-84D0-11EA79407B9C}">
      <dgm:prSet/>
      <dgm:spPr/>
      <dgm:t>
        <a:bodyPr/>
        <a:lstStyle/>
        <a:p>
          <a:endParaRPr lang="en-US"/>
        </a:p>
      </dgm:t>
    </dgm:pt>
    <dgm:pt modelId="{C94D3ADC-89C0-8F42-9B86-609CF408BB1F}" type="sibTrans" cxnId="{6F9FE2BE-CA05-9748-84D0-11EA79407B9C}">
      <dgm:prSet/>
      <dgm:spPr/>
      <dgm:t>
        <a:bodyPr/>
        <a:lstStyle/>
        <a:p>
          <a:endParaRPr lang="en-US"/>
        </a:p>
      </dgm:t>
    </dgm:pt>
    <dgm:pt modelId="{63CF6814-6625-AE46-B396-A0682A2516A9}">
      <dgm:prSet phldrT="[Text]"/>
      <dgm:spPr/>
      <dgm:t>
        <a:bodyPr/>
        <a:lstStyle/>
        <a:p>
          <a:r>
            <a:rPr lang="en-US"/>
            <a:t>Status: In progress</a:t>
          </a:r>
        </a:p>
      </dgm:t>
    </dgm:pt>
    <dgm:pt modelId="{9E3A36B7-F9EE-254B-8FFD-2701DEBA3B9E}" type="parTrans" cxnId="{6440361B-9365-E143-B1D2-420D552192C7}">
      <dgm:prSet/>
      <dgm:spPr/>
      <dgm:t>
        <a:bodyPr/>
        <a:lstStyle/>
        <a:p>
          <a:endParaRPr lang="en-US"/>
        </a:p>
      </dgm:t>
    </dgm:pt>
    <dgm:pt modelId="{1F42A18A-94A1-2D45-A8F9-0021285B1AEB}" type="sibTrans" cxnId="{6440361B-9365-E143-B1D2-420D552192C7}">
      <dgm:prSet/>
      <dgm:spPr/>
      <dgm:t>
        <a:bodyPr/>
        <a:lstStyle/>
        <a:p>
          <a:endParaRPr lang="en-US"/>
        </a:p>
      </dgm:t>
    </dgm:pt>
    <dgm:pt modelId="{75E91CD8-FEA6-B24F-921A-6DBD5A1C9F2B}">
      <dgm:prSet phldrT="[Text]"/>
      <dgm:spPr/>
      <dgm:t>
        <a:bodyPr/>
        <a:lstStyle/>
        <a:p>
          <a:r>
            <a:rPr lang="en-US"/>
            <a:t>Observations: </a:t>
          </a:r>
        </a:p>
      </dgm:t>
    </dgm:pt>
    <dgm:pt modelId="{FB41E81D-31B8-6047-BA8F-0EEC29F55E6B}" type="parTrans" cxnId="{24316752-F930-6342-9B89-781BD8AAF80C}">
      <dgm:prSet/>
      <dgm:spPr/>
      <dgm:t>
        <a:bodyPr/>
        <a:lstStyle/>
        <a:p>
          <a:endParaRPr lang="en-US"/>
        </a:p>
      </dgm:t>
    </dgm:pt>
    <dgm:pt modelId="{ACFCF04A-9185-9640-9A32-12EBBC54746F}" type="sibTrans" cxnId="{24316752-F930-6342-9B89-781BD8AAF80C}">
      <dgm:prSet/>
      <dgm:spPr/>
      <dgm:t>
        <a:bodyPr/>
        <a:lstStyle/>
        <a:p>
          <a:endParaRPr lang="en-US"/>
        </a:p>
      </dgm:t>
    </dgm:pt>
    <dgm:pt modelId="{CCC6D586-82B0-4B4F-A31F-D7614D0B9FD8}">
      <dgm:prSet phldrT="[Text]"/>
      <dgm:spPr/>
      <dgm:t>
        <a:bodyPr/>
        <a:lstStyle/>
        <a:p>
          <a:r>
            <a:rPr lang="en-US"/>
            <a:t>Status: Completed</a:t>
          </a:r>
        </a:p>
      </dgm:t>
    </dgm:pt>
    <dgm:pt modelId="{4DE5F221-CC33-0D40-AE10-B4565E60A223}" type="parTrans" cxnId="{71295B4B-95BC-F043-98AB-BC500B830408}">
      <dgm:prSet/>
      <dgm:spPr/>
      <dgm:t>
        <a:bodyPr/>
        <a:lstStyle/>
        <a:p>
          <a:endParaRPr lang="en-US"/>
        </a:p>
      </dgm:t>
    </dgm:pt>
    <dgm:pt modelId="{A2E624B4-2405-2C4D-B79E-61B23BA3EE99}" type="sibTrans" cxnId="{71295B4B-95BC-F043-98AB-BC500B830408}">
      <dgm:prSet/>
      <dgm:spPr/>
      <dgm:t>
        <a:bodyPr/>
        <a:lstStyle/>
        <a:p>
          <a:endParaRPr lang="en-US"/>
        </a:p>
      </dgm:t>
    </dgm:pt>
    <dgm:pt modelId="{54C98C9A-361C-C242-B994-985A2BCD6C40}">
      <dgm:prSet phldrT="[Text]"/>
      <dgm:spPr/>
      <dgm:t>
        <a:bodyPr/>
        <a:lstStyle/>
        <a:p>
          <a:r>
            <a:rPr lang="en-US"/>
            <a:t>Testing Type: Hardware</a:t>
          </a:r>
        </a:p>
      </dgm:t>
    </dgm:pt>
    <dgm:pt modelId="{FE184566-EA80-DC4B-B038-190C294C0C6C}" type="parTrans" cxnId="{4208D658-E763-DC4E-95E6-50FAF1252229}">
      <dgm:prSet/>
      <dgm:spPr/>
      <dgm:t>
        <a:bodyPr/>
        <a:lstStyle/>
        <a:p>
          <a:endParaRPr lang="en-US"/>
        </a:p>
      </dgm:t>
    </dgm:pt>
    <dgm:pt modelId="{97A4D382-5FCB-1944-A833-1F9736C347D8}" type="sibTrans" cxnId="{4208D658-E763-DC4E-95E6-50FAF1252229}">
      <dgm:prSet/>
      <dgm:spPr/>
      <dgm:t>
        <a:bodyPr/>
        <a:lstStyle/>
        <a:p>
          <a:endParaRPr lang="en-US"/>
        </a:p>
      </dgm:t>
    </dgm:pt>
    <dgm:pt modelId="{42070534-E857-F64B-9FEC-9A93A6F23900}">
      <dgm:prSet phldrT="[Text]"/>
      <dgm:spPr/>
      <dgm:t>
        <a:bodyPr/>
        <a:lstStyle/>
        <a:p>
          <a:r>
            <a:rPr lang="en-US"/>
            <a:t>Testing Updates</a:t>
          </a:r>
        </a:p>
      </dgm:t>
    </dgm:pt>
    <dgm:pt modelId="{A1F28FE2-3A6E-5243-A7BC-774CD2720896}" type="parTrans" cxnId="{BAB26BFD-8C46-CF4F-8EDD-8DFFA928944B}">
      <dgm:prSet/>
      <dgm:spPr/>
      <dgm:t>
        <a:bodyPr/>
        <a:lstStyle/>
        <a:p>
          <a:endParaRPr lang="en-US"/>
        </a:p>
      </dgm:t>
    </dgm:pt>
    <dgm:pt modelId="{042C8F58-DC79-C744-8406-13F2B752EDE5}" type="sibTrans" cxnId="{BAB26BFD-8C46-CF4F-8EDD-8DFFA928944B}">
      <dgm:prSet/>
      <dgm:spPr/>
      <dgm:t>
        <a:bodyPr/>
        <a:lstStyle/>
        <a:p>
          <a:endParaRPr lang="en-US"/>
        </a:p>
      </dgm:t>
    </dgm:pt>
    <dgm:pt modelId="{630A7953-A25D-9C42-863A-FAABDDF41112}">
      <dgm:prSet phldrT="[Text]"/>
      <dgm:spPr/>
      <dgm:t>
        <a:bodyPr/>
        <a:lstStyle/>
        <a:p>
          <a:r>
            <a:rPr lang="en-US"/>
            <a:t>Observations:</a:t>
          </a:r>
        </a:p>
      </dgm:t>
    </dgm:pt>
    <dgm:pt modelId="{5F0E3333-C471-FA41-8D75-3EA0C9274A83}" type="parTrans" cxnId="{58E71319-7F7A-254C-8779-3797224EE6C5}">
      <dgm:prSet/>
      <dgm:spPr/>
      <dgm:t>
        <a:bodyPr/>
        <a:lstStyle/>
        <a:p>
          <a:endParaRPr lang="en-US"/>
        </a:p>
      </dgm:t>
    </dgm:pt>
    <dgm:pt modelId="{64A9F53C-EC0B-9740-8112-4BB69EF24A8A}" type="sibTrans" cxnId="{58E71319-7F7A-254C-8779-3797224EE6C5}">
      <dgm:prSet/>
      <dgm:spPr/>
      <dgm:t>
        <a:bodyPr/>
        <a:lstStyle/>
        <a:p>
          <a:endParaRPr lang="en-US"/>
        </a:p>
      </dgm:t>
    </dgm:pt>
    <dgm:pt modelId="{59BB8203-CDF2-DD4F-ABFB-4D0CCE311F7C}">
      <dgm:prSet phldrT="[Text]"/>
      <dgm:spPr/>
      <dgm:t>
        <a:bodyPr/>
        <a:lstStyle/>
        <a:p>
          <a:r>
            <a:rPr lang="en-US"/>
            <a:t>Status: In Progress</a:t>
          </a:r>
        </a:p>
      </dgm:t>
    </dgm:pt>
    <dgm:pt modelId="{CE81C7D9-3309-644B-BB89-8089A4A69DBD}" type="parTrans" cxnId="{BA56A023-A847-2D47-8E0D-E6A6244A32C1}">
      <dgm:prSet/>
      <dgm:spPr/>
      <dgm:t>
        <a:bodyPr/>
        <a:lstStyle/>
        <a:p>
          <a:endParaRPr lang="en-US"/>
        </a:p>
      </dgm:t>
    </dgm:pt>
    <dgm:pt modelId="{C273CF0A-414E-5744-A19B-2D158ED196C7}" type="sibTrans" cxnId="{BA56A023-A847-2D47-8E0D-E6A6244A32C1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3"/>
      <dgm:spPr/>
    </dgm:pt>
    <dgm:pt modelId="{0FFF73C2-BC43-6544-9EAF-903D18DA5CF6}" type="pres">
      <dgm:prSet presAssocID="{CE5484D8-41D4-B540-A8E1-2F1F8745CE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3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3"/>
      <dgm:spPr/>
    </dgm:pt>
    <dgm:pt modelId="{89C92F11-1146-FD46-A972-F79683A0273B}" type="pres">
      <dgm:prSet presAssocID="{BC53C3EB-50A8-9546-BD95-C51B1214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3">
        <dgm:presLayoutVars>
          <dgm:bulletEnabled val="1"/>
        </dgm:presLayoutVars>
      </dgm:prSet>
      <dgm:spPr/>
    </dgm:pt>
    <dgm:pt modelId="{6D66B7FD-0821-524C-BEA4-7DEB9F464399}" type="pres">
      <dgm:prSet presAssocID="{F6D51BD7-1D44-3748-9FFC-10D1289F4082}" presName="spaceBetweenRectangles" presStyleCnt="0"/>
      <dgm:spPr/>
    </dgm:pt>
    <dgm:pt modelId="{423E042B-AF12-F348-8BD3-06983B0A9AEE}" type="pres">
      <dgm:prSet presAssocID="{8EBB4BF1-2B2A-3640-8148-D601E75E5FC6}" presName="parentLin" presStyleCnt="0"/>
      <dgm:spPr/>
    </dgm:pt>
    <dgm:pt modelId="{041C6249-A0BB-A249-998A-F9FA65331F7A}" type="pres">
      <dgm:prSet presAssocID="{8EBB4BF1-2B2A-3640-8148-D601E75E5FC6}" presName="parentLeftMargin" presStyleLbl="node1" presStyleIdx="1" presStyleCnt="3"/>
      <dgm:spPr/>
    </dgm:pt>
    <dgm:pt modelId="{4C59F936-E005-4742-81F7-A931281797F0}" type="pres">
      <dgm:prSet presAssocID="{8EBB4BF1-2B2A-3640-8148-D601E75E5F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29C9B-A81C-D342-9740-4BE0D425F135}" type="pres">
      <dgm:prSet presAssocID="{8EBB4BF1-2B2A-3640-8148-D601E75E5FC6}" presName="negativeSpace" presStyleCnt="0"/>
      <dgm:spPr/>
    </dgm:pt>
    <dgm:pt modelId="{D3695FFB-C459-B546-8279-37D92283F726}" type="pres">
      <dgm:prSet presAssocID="{8EBB4BF1-2B2A-3640-8148-D601E75E5F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119190E-661F-BE48-AFC7-5C855CA815FE}" type="presOf" srcId="{8EBB4BF1-2B2A-3640-8148-D601E75E5FC6}" destId="{041C6249-A0BB-A249-998A-F9FA65331F7A}" srcOrd="0" destOrd="0" presId="urn:microsoft.com/office/officeart/2005/8/layout/list1"/>
    <dgm:cxn modelId="{58E71319-7F7A-254C-8779-3797224EE6C5}" srcId="{42070534-E857-F64B-9FEC-9A93A6F23900}" destId="{630A7953-A25D-9C42-863A-FAABDDF41112}" srcOrd="0" destOrd="0" parTransId="{5F0E3333-C471-FA41-8D75-3EA0C9274A83}" sibTransId="{64A9F53C-EC0B-9740-8112-4BB69EF24A8A}"/>
    <dgm:cxn modelId="{6440361B-9365-E143-B1D2-420D552192C7}" srcId="{A4E05006-4F63-7540-8DC1-1CE3D2D9E4FE}" destId="{63CF6814-6625-AE46-B396-A0682A2516A9}" srcOrd="1" destOrd="0" parTransId="{9E3A36B7-F9EE-254B-8FFD-2701DEBA3B9E}" sibTransId="{1F42A18A-94A1-2D45-A8F9-0021285B1AEB}"/>
    <dgm:cxn modelId="{BA56A023-A847-2D47-8E0D-E6A6244A32C1}" srcId="{42070534-E857-F64B-9FEC-9A93A6F23900}" destId="{59BB8203-CDF2-DD4F-ABFB-4D0CCE311F7C}" srcOrd="1" destOrd="0" parTransId="{CE81C7D9-3309-644B-BB89-8089A4A69DBD}" sibTransId="{C273CF0A-414E-5744-A19B-2D158ED196C7}"/>
    <dgm:cxn modelId="{607AB023-FFE8-554F-B686-EC2D5CD62B25}" type="presOf" srcId="{A4E05006-4F63-7540-8DC1-1CE3D2D9E4FE}" destId="{DF97A215-82F2-3440-8004-35A47682AE14}" srcOrd="0" destOrd="1" presId="urn:microsoft.com/office/officeart/2005/8/layout/list1"/>
    <dgm:cxn modelId="{93C2372D-2F88-4947-AD99-A057B48F4CD7}" type="presOf" srcId="{630A7953-A25D-9C42-863A-FAABDDF41112}" destId="{D3695FFB-C459-B546-8279-37D92283F726}" srcOrd="0" destOrd="2" presId="urn:microsoft.com/office/officeart/2005/8/layout/list1"/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B3389235-70D4-584C-939B-D1AC6D458005}" type="presOf" srcId="{CE5484D8-41D4-B540-A8E1-2F1F8745CEEC}" destId="{6650C0D7-75F9-7F40-8838-D557E0046C11}" srcOrd="0" destOrd="0" presId="urn:microsoft.com/office/officeart/2005/8/layout/list1"/>
    <dgm:cxn modelId="{F1128C38-1FA5-EB4E-AF7A-C88C9F6894CB}" srcId="{ED550E00-98B4-A645-8F49-A2F694859107}" destId="{8EBB4BF1-2B2A-3640-8148-D601E75E5FC6}" srcOrd="2" destOrd="0" parTransId="{3B224BE4-70E5-8044-8282-DAF7564D5CAF}" sibTransId="{5B635FA5-49B6-4344-941A-C13BC5583D0C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A80E0D45-580B-644C-86DA-E77B834999D5}" type="presOf" srcId="{59BB8203-CDF2-DD4F-ABFB-4D0CCE311F7C}" destId="{D3695FFB-C459-B546-8279-37D92283F726}" srcOrd="0" destOrd="3" presId="urn:microsoft.com/office/officeart/2005/8/layout/list1"/>
    <dgm:cxn modelId="{71295B4B-95BC-F043-98AB-BC500B830408}" srcId="{5553E802-782F-254D-AB54-A66022A95EE9}" destId="{CCC6D586-82B0-4B4F-A31F-D7614D0B9FD8}" srcOrd="1" destOrd="0" parTransId="{4DE5F221-CC33-0D40-AE10-B4565E60A223}" sibTransId="{A2E624B4-2405-2C4D-B79E-61B23BA3EE99}"/>
    <dgm:cxn modelId="{24316752-F930-6342-9B89-781BD8AAF80C}" srcId="{5553E802-782F-254D-AB54-A66022A95EE9}" destId="{75E91CD8-FEA6-B24F-921A-6DBD5A1C9F2B}" srcOrd="0" destOrd="0" parTransId="{FB41E81D-31B8-6047-BA8F-0EEC29F55E6B}" sibTransId="{ACFCF04A-9185-9640-9A32-12EBBC54746F}"/>
    <dgm:cxn modelId="{4208D658-E763-DC4E-95E6-50FAF1252229}" srcId="{8EBB4BF1-2B2A-3640-8148-D601E75E5FC6}" destId="{54C98C9A-361C-C242-B994-985A2BCD6C40}" srcOrd="0" destOrd="0" parTransId="{FE184566-EA80-DC4B-B038-190C294C0C6C}" sibTransId="{97A4D382-5FCB-1944-A833-1F9736C347D8}"/>
    <dgm:cxn modelId="{048F3D5E-0F0D-AA4A-B349-EF7D868E8C48}" type="presOf" srcId="{75E91CD8-FEA6-B24F-921A-6DBD5A1C9F2B}" destId="{374CCD99-E516-D044-A3FA-5A72D29511E5}" srcOrd="0" destOrd="2" presId="urn:microsoft.com/office/officeart/2005/8/layout/list1"/>
    <dgm:cxn modelId="{8EA5D762-DE78-664D-A0F1-A507F2B45BA0}" type="presOf" srcId="{8EBB4BF1-2B2A-3640-8148-D601E75E5FC6}" destId="{4C59F936-E005-4742-81F7-A931281797F0}" srcOrd="1" destOrd="0" presId="urn:microsoft.com/office/officeart/2005/8/layout/list1"/>
    <dgm:cxn modelId="{F0CDBF65-26CC-124D-8906-D1DD65561641}" type="presOf" srcId="{CCC6D586-82B0-4B4F-A31F-D7614D0B9FD8}" destId="{374CCD99-E516-D044-A3FA-5A72D29511E5}" srcOrd="0" destOrd="3" presId="urn:microsoft.com/office/officeart/2005/8/layout/list1"/>
    <dgm:cxn modelId="{41C4106B-AB42-EF49-AB5E-218E58D3006A}" type="presOf" srcId="{BC53C3EB-50A8-9546-BD95-C51B12141D8D}" destId="{1A78DEB2-5D90-AE43-BD57-22F22FB60A6B}" srcOrd="0" destOrd="0" presId="urn:microsoft.com/office/officeart/2005/8/layout/list1"/>
    <dgm:cxn modelId="{B22C1D72-7189-634D-8293-F8FD0D6D01AD}" type="presOf" srcId="{CE5484D8-41D4-B540-A8E1-2F1F8745CEEC}" destId="{0FFF73C2-BC43-6544-9EAF-903D18DA5CF6}" srcOrd="1" destOrd="0" presId="urn:microsoft.com/office/officeart/2005/8/layout/list1"/>
    <dgm:cxn modelId="{CACBE981-803A-654D-88E1-A93CB73CF452}" type="presOf" srcId="{63CF6814-6625-AE46-B396-A0682A2516A9}" destId="{DF97A215-82F2-3440-8004-35A47682AE14}" srcOrd="0" destOrd="3" presId="urn:microsoft.com/office/officeart/2005/8/layout/list1"/>
    <dgm:cxn modelId="{DC1FE882-5BD0-DD42-9BEE-19FA801C183D}" type="presOf" srcId="{83B72B87-30FB-C649-A018-1016552EF6AE}" destId="{DF97A215-82F2-3440-8004-35A47682AE14}" srcOrd="0" destOrd="2" presId="urn:microsoft.com/office/officeart/2005/8/layout/list1"/>
    <dgm:cxn modelId="{70B5FC85-9EFB-AB4E-B390-426BA2ECA90A}" type="presOf" srcId="{BC53C3EB-50A8-9546-BD95-C51B12141D8D}" destId="{89C92F11-1146-FD46-A972-F79683A0273B}" srcOrd="1" destOrd="0" presId="urn:microsoft.com/office/officeart/2005/8/layout/list1"/>
    <dgm:cxn modelId="{BF4E3F98-EA1B-4C46-AA14-19D124E75539}" srcId="{BC53C3EB-50A8-9546-BD95-C51B12141D8D}" destId="{5553E802-782F-254D-AB54-A66022A95EE9}" srcOrd="1" destOrd="0" parTransId="{1ABA0FB4-1BFD-EC43-B024-074631F4ADD1}" sibTransId="{33760AFC-3108-CD43-804B-F32693D4C905}"/>
    <dgm:cxn modelId="{DFA36599-2549-D445-9C94-39EF72D6E050}" type="presOf" srcId="{42070534-E857-F64B-9FEC-9A93A6F23900}" destId="{D3695FFB-C459-B546-8279-37D92283F726}" srcOrd="0" destOrd="1" presId="urn:microsoft.com/office/officeart/2005/8/layout/list1"/>
    <dgm:cxn modelId="{1EB749B1-795F-9E4C-A718-CAEDC8EFB279}" type="presOf" srcId="{63BC4448-4792-1E45-A2BC-372AE7100FE6}" destId="{DF97A215-82F2-3440-8004-35A47682AE14}" srcOrd="0" destOrd="4" presId="urn:microsoft.com/office/officeart/2005/8/layout/list1"/>
    <dgm:cxn modelId="{E22D62B6-21CA-B047-BDF9-7D15BC9C10C7}" type="presOf" srcId="{3A6234EC-4D85-514D-9CB9-54C570227841}" destId="{374CCD99-E516-D044-A3FA-5A72D29511E5}" srcOrd="0" destOrd="0" presId="urn:microsoft.com/office/officeart/2005/8/layout/list1"/>
    <dgm:cxn modelId="{6F9FE2BE-CA05-9748-84D0-11EA79407B9C}" srcId="{A4E05006-4F63-7540-8DC1-1CE3D2D9E4FE}" destId="{83B72B87-30FB-C649-A018-1016552EF6AE}" srcOrd="0" destOrd="0" parTransId="{BD48945E-8FD5-FC4B-AE14-9F73765905D7}" sibTransId="{C94D3ADC-89C0-8F42-9B86-609CF408BB1F}"/>
    <dgm:cxn modelId="{A2E0DACE-8E4A-DF4F-ADA9-8863FAF5C336}" srcId="{A4E05006-4F63-7540-8DC1-1CE3D2D9E4FE}" destId="{63BC4448-4792-1E45-A2BC-372AE7100FE6}" srcOrd="2" destOrd="0" parTransId="{D84B20FC-04E1-1C48-A65D-6EBA558304EA}" sibTransId="{02994336-1AE9-0A46-A723-1C4AB26D6635}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D8BC99E1-E5BD-0B44-866D-413BA08A0535}" type="presOf" srcId="{54C98C9A-361C-C242-B994-985A2BCD6C40}" destId="{D3695FFB-C459-B546-8279-37D92283F726}" srcOrd="0" destOrd="0" presId="urn:microsoft.com/office/officeart/2005/8/layout/list1"/>
    <dgm:cxn modelId="{4DB4DCE4-5E0C-B84F-B51C-63FC629B9F1F}" type="presOf" srcId="{5553E802-782F-254D-AB54-A66022A95EE9}" destId="{374CCD99-E516-D044-A3FA-5A72D29511E5}" srcOrd="0" destOrd="1" presId="urn:microsoft.com/office/officeart/2005/8/layout/list1"/>
    <dgm:cxn modelId="{6B820BE6-3563-7B43-806C-A57234572976}" srcId="{BC53C3EB-50A8-9546-BD95-C51B12141D8D}" destId="{3A6234EC-4D85-514D-9CB9-54C570227841}" srcOrd="0" destOrd="0" parTransId="{9D2B43AD-E7A5-1A4D-A6D3-F16C5E83F990}" sibTransId="{231CE399-11D4-C747-93A6-83D43092EDC4}"/>
    <dgm:cxn modelId="{129AE3F2-5800-3442-BC16-E4388E68714C}" type="presOf" srcId="{76D77872-807B-7D41-B1E9-8B5EBE61BD95}" destId="{DF97A215-82F2-3440-8004-35A47682AE14}" srcOrd="0" destOrd="0" presId="urn:microsoft.com/office/officeart/2005/8/layout/list1"/>
    <dgm:cxn modelId="{6D3A7CF6-F8A3-4A47-A307-92BB5FF3EB4C}" srcId="{CE5484D8-41D4-B540-A8E1-2F1F8745CEEC}" destId="{A4E05006-4F63-7540-8DC1-1CE3D2D9E4FE}" srcOrd="1" destOrd="0" parTransId="{C215C2DD-C109-8742-9230-5540809AC130}" sibTransId="{6CDDA3F3-C7C2-B848-86F8-2F6EC66FA914}"/>
    <dgm:cxn modelId="{BAB26BFD-8C46-CF4F-8EDD-8DFFA928944B}" srcId="{8EBB4BF1-2B2A-3640-8148-D601E75E5FC6}" destId="{42070534-E857-F64B-9FEC-9A93A6F23900}" srcOrd="1" destOrd="0" parTransId="{A1F28FE2-3A6E-5243-A7BC-774CD2720896}" sibTransId="{042C8F58-DC79-C744-8406-13F2B752EDE5}"/>
    <dgm:cxn modelId="{50E0E2C9-BDBB-644E-BC53-886F816FE2B2}" type="presParOf" srcId="{EFBA8D6B-95E1-C54A-9099-D24D9AD2AE41}" destId="{57DAE2FD-5FDE-BF40-A7B2-B7E9AB0F7C41}" srcOrd="0" destOrd="0" presId="urn:microsoft.com/office/officeart/2005/8/layout/list1"/>
    <dgm:cxn modelId="{A0E1D578-4B8F-154A-9E71-B3D317C7B0F6}" type="presParOf" srcId="{57DAE2FD-5FDE-BF40-A7B2-B7E9AB0F7C41}" destId="{6650C0D7-75F9-7F40-8838-D557E0046C11}" srcOrd="0" destOrd="0" presId="urn:microsoft.com/office/officeart/2005/8/layout/list1"/>
    <dgm:cxn modelId="{0FFD38DA-4416-1C45-91EB-EA4256ED9600}" type="presParOf" srcId="{57DAE2FD-5FDE-BF40-A7B2-B7E9AB0F7C41}" destId="{0FFF73C2-BC43-6544-9EAF-903D18DA5CF6}" srcOrd="1" destOrd="0" presId="urn:microsoft.com/office/officeart/2005/8/layout/list1"/>
    <dgm:cxn modelId="{E55AE7DC-0730-2247-86C5-D064F7A705B7}" type="presParOf" srcId="{EFBA8D6B-95E1-C54A-9099-D24D9AD2AE41}" destId="{22F6F20F-893D-1449-9DDA-E2B7FF36B629}" srcOrd="1" destOrd="0" presId="urn:microsoft.com/office/officeart/2005/8/layout/list1"/>
    <dgm:cxn modelId="{430413D1-B1B0-9D46-AFEE-11F824E7BAE5}" type="presParOf" srcId="{EFBA8D6B-95E1-C54A-9099-D24D9AD2AE41}" destId="{DF97A215-82F2-3440-8004-35A47682AE14}" srcOrd="2" destOrd="0" presId="urn:microsoft.com/office/officeart/2005/8/layout/list1"/>
    <dgm:cxn modelId="{48CE52ED-A2D2-E145-A4A0-A0B8D03A8FD2}" type="presParOf" srcId="{EFBA8D6B-95E1-C54A-9099-D24D9AD2AE41}" destId="{0A4FF737-5E74-2740-91A3-3185B2DE8F7B}" srcOrd="3" destOrd="0" presId="urn:microsoft.com/office/officeart/2005/8/layout/list1"/>
    <dgm:cxn modelId="{5A6DCA87-AD4E-F747-8716-22A1BE35BBE6}" type="presParOf" srcId="{EFBA8D6B-95E1-C54A-9099-D24D9AD2AE41}" destId="{20E182F1-DBFA-7C48-A2FF-95977D106FCE}" srcOrd="4" destOrd="0" presId="urn:microsoft.com/office/officeart/2005/8/layout/list1"/>
    <dgm:cxn modelId="{1727BEEA-ABAE-CD45-AE04-3FFA1F5C1F5E}" type="presParOf" srcId="{20E182F1-DBFA-7C48-A2FF-95977D106FCE}" destId="{1A78DEB2-5D90-AE43-BD57-22F22FB60A6B}" srcOrd="0" destOrd="0" presId="urn:microsoft.com/office/officeart/2005/8/layout/list1"/>
    <dgm:cxn modelId="{646F8A4E-61D0-0D4F-97F5-1B7179C11425}" type="presParOf" srcId="{20E182F1-DBFA-7C48-A2FF-95977D106FCE}" destId="{89C92F11-1146-FD46-A972-F79683A0273B}" srcOrd="1" destOrd="0" presId="urn:microsoft.com/office/officeart/2005/8/layout/list1"/>
    <dgm:cxn modelId="{BBD599D4-3165-244B-A2DF-69581EB94725}" type="presParOf" srcId="{EFBA8D6B-95E1-C54A-9099-D24D9AD2AE41}" destId="{8273A3B0-A396-AD42-AA4F-E7E18CE80600}" srcOrd="5" destOrd="0" presId="urn:microsoft.com/office/officeart/2005/8/layout/list1"/>
    <dgm:cxn modelId="{15213B37-6DA3-DB4E-AC69-E8DDB8A43C95}" type="presParOf" srcId="{EFBA8D6B-95E1-C54A-9099-D24D9AD2AE41}" destId="{374CCD99-E516-D044-A3FA-5A72D29511E5}" srcOrd="6" destOrd="0" presId="urn:microsoft.com/office/officeart/2005/8/layout/list1"/>
    <dgm:cxn modelId="{8E1E6E18-0547-E740-80F7-5715AD42E206}" type="presParOf" srcId="{EFBA8D6B-95E1-C54A-9099-D24D9AD2AE41}" destId="{6D66B7FD-0821-524C-BEA4-7DEB9F464399}" srcOrd="7" destOrd="0" presId="urn:microsoft.com/office/officeart/2005/8/layout/list1"/>
    <dgm:cxn modelId="{706D6EEA-A8C1-9F46-AA5E-FF35A759E219}" type="presParOf" srcId="{EFBA8D6B-95E1-C54A-9099-D24D9AD2AE41}" destId="{423E042B-AF12-F348-8BD3-06983B0A9AEE}" srcOrd="8" destOrd="0" presId="urn:microsoft.com/office/officeart/2005/8/layout/list1"/>
    <dgm:cxn modelId="{79BD154E-EAD1-9B42-ACED-37056E6B6202}" type="presParOf" srcId="{423E042B-AF12-F348-8BD3-06983B0A9AEE}" destId="{041C6249-A0BB-A249-998A-F9FA65331F7A}" srcOrd="0" destOrd="0" presId="urn:microsoft.com/office/officeart/2005/8/layout/list1"/>
    <dgm:cxn modelId="{FEB77AC4-6F73-3F45-9D60-FB888279D849}" type="presParOf" srcId="{423E042B-AF12-F348-8BD3-06983B0A9AEE}" destId="{4C59F936-E005-4742-81F7-A931281797F0}" srcOrd="1" destOrd="0" presId="urn:microsoft.com/office/officeart/2005/8/layout/list1"/>
    <dgm:cxn modelId="{EE412E29-3D46-BD40-AD11-576786A2304C}" type="presParOf" srcId="{EFBA8D6B-95E1-C54A-9099-D24D9AD2AE41}" destId="{EA329C9B-A81C-D342-9740-4BE0D425F135}" srcOrd="9" destOrd="0" presId="urn:microsoft.com/office/officeart/2005/8/layout/list1"/>
    <dgm:cxn modelId="{4EC13435-7763-984D-8944-2BF2A378E9EC}" type="presParOf" srcId="{EFBA8D6B-95E1-C54A-9099-D24D9AD2AE41}" destId="{D3695FFB-C459-B546-8279-37D92283F7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550E00-98B4-A645-8F49-A2F69485910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5484D8-41D4-B540-A8E1-2F1F8745CEEC}">
      <dgm:prSet phldrT="[Text]"/>
      <dgm:spPr/>
      <dgm:t>
        <a:bodyPr/>
        <a:lstStyle/>
        <a:p>
          <a:r>
            <a:rPr lang="en-US"/>
            <a:t>Reproduction 1 </a:t>
          </a:r>
        </a:p>
      </dgm:t>
    </dgm:pt>
    <dgm:pt modelId="{48E2DF50-85FD-8D4B-8287-2C03E3D36BE3}" type="parTrans" cxnId="{F435F140-7C83-604C-8873-79F63570D5C2}">
      <dgm:prSet/>
      <dgm:spPr/>
      <dgm:t>
        <a:bodyPr/>
        <a:lstStyle/>
        <a:p>
          <a:endParaRPr lang="en-US"/>
        </a:p>
      </dgm:t>
    </dgm:pt>
    <dgm:pt modelId="{D7AD84D7-512C-DB40-9037-03F1E0E568DF}" type="sibTrans" cxnId="{F435F140-7C83-604C-8873-79F63570D5C2}">
      <dgm:prSet/>
      <dgm:spPr/>
      <dgm:t>
        <a:bodyPr/>
        <a:lstStyle/>
        <a:p>
          <a:endParaRPr lang="en-US"/>
        </a:p>
      </dgm:t>
    </dgm:pt>
    <dgm:pt modelId="{BC53C3EB-50A8-9546-BD95-C51B12141D8D}">
      <dgm:prSet phldrT="[Text]"/>
      <dgm:spPr/>
      <dgm:t>
        <a:bodyPr/>
        <a:lstStyle/>
        <a:p>
          <a:r>
            <a:rPr lang="en-US"/>
            <a:t>Setup</a:t>
          </a:r>
        </a:p>
      </dgm:t>
    </dgm:pt>
    <dgm:pt modelId="{80ACE1FD-D144-F645-B82B-77AE93D09B77}" type="parTrans" cxnId="{3DB17AD1-8691-6141-8373-9B10AB5A432A}">
      <dgm:prSet/>
      <dgm:spPr/>
      <dgm:t>
        <a:bodyPr/>
        <a:lstStyle/>
        <a:p>
          <a:endParaRPr lang="en-US"/>
        </a:p>
      </dgm:t>
    </dgm:pt>
    <dgm:pt modelId="{F6D51BD7-1D44-3748-9FFC-10D1289F4082}" type="sibTrans" cxnId="{3DB17AD1-8691-6141-8373-9B10AB5A432A}">
      <dgm:prSet/>
      <dgm:spPr/>
      <dgm:t>
        <a:bodyPr/>
        <a:lstStyle/>
        <a:p>
          <a:endParaRPr lang="en-US"/>
        </a:p>
      </dgm:t>
    </dgm:pt>
    <dgm:pt modelId="{8EBB4BF1-2B2A-3640-8148-D601E75E5FC6}">
      <dgm:prSet phldrT="[Text]"/>
      <dgm:spPr/>
      <dgm:t>
        <a:bodyPr/>
        <a:lstStyle/>
        <a:p>
          <a:r>
            <a:rPr lang="en-US"/>
            <a:t>Additional details specific to the test bed and coverage</a:t>
          </a:r>
        </a:p>
      </dgm:t>
    </dgm:pt>
    <dgm:pt modelId="{3B224BE4-70E5-8044-8282-DAF7564D5CAF}" type="parTrans" cxnId="{F1128C38-1FA5-EB4E-AF7A-C88C9F6894CB}">
      <dgm:prSet/>
      <dgm:spPr/>
      <dgm:t>
        <a:bodyPr/>
        <a:lstStyle/>
        <a:p>
          <a:endParaRPr lang="en-US"/>
        </a:p>
      </dgm:t>
    </dgm:pt>
    <dgm:pt modelId="{5B635FA5-49B6-4344-941A-C13BC5583D0C}" type="sibTrans" cxnId="{F1128C38-1FA5-EB4E-AF7A-C88C9F6894CB}">
      <dgm:prSet/>
      <dgm:spPr/>
      <dgm:t>
        <a:bodyPr/>
        <a:lstStyle/>
        <a:p>
          <a:endParaRPr lang="en-US"/>
        </a:p>
      </dgm:t>
    </dgm:pt>
    <dgm:pt modelId="{76D77872-807B-7D41-B1E9-8B5EBE61BD95}">
      <dgm:prSet phldrT="[Text]"/>
      <dgm:spPr/>
      <dgm:t>
        <a:bodyPr/>
        <a:lstStyle/>
        <a:p>
          <a:r>
            <a:rPr lang="en-US"/>
            <a:t>Hardware: QFX5240-OD-</a:t>
          </a:r>
          <a:r>
            <a:rPr lang="en-US" b="1">
              <a:solidFill>
                <a:srgbClr val="0432FF"/>
              </a:solidFill>
            </a:rPr>
            <a:t>FA</a:t>
          </a:r>
          <a:r>
            <a:rPr lang="en-US"/>
            <a:t>, QFX5240-OD, QFX5240-QD, BF3-3140 – 28 NICs, 37 AEC (Credo), 27 DR-8(2x400G) optics</a:t>
          </a:r>
        </a:p>
      </dgm:t>
    </dgm:pt>
    <dgm:pt modelId="{DD8B38A1-C4FE-3843-A2A3-2E4BF0FE988E}" type="parTrans" cxnId="{8F7A8132-7BD1-4747-A676-D2CB9A2C200D}">
      <dgm:prSet/>
      <dgm:spPr/>
      <dgm:t>
        <a:bodyPr/>
        <a:lstStyle/>
        <a:p>
          <a:endParaRPr lang="en-US"/>
        </a:p>
      </dgm:t>
    </dgm:pt>
    <dgm:pt modelId="{0E57B877-C6B9-5D42-9653-8FE964119B94}" type="sibTrans" cxnId="{8F7A8132-7BD1-4747-A676-D2CB9A2C200D}">
      <dgm:prSet/>
      <dgm:spPr/>
      <dgm:t>
        <a:bodyPr/>
        <a:lstStyle/>
        <a:p>
          <a:endParaRPr lang="en-US"/>
        </a:p>
      </dgm:t>
    </dgm:pt>
    <dgm:pt modelId="{E47D9BA5-1C9E-194C-A482-156636E06EAE}">
      <dgm:prSet phldrT="[Text]"/>
      <dgm:spPr/>
      <dgm:t>
        <a:bodyPr/>
        <a:lstStyle/>
        <a:p>
          <a:r>
            <a:rPr lang="en-US"/>
            <a:t>Stress testing</a:t>
          </a:r>
        </a:p>
      </dgm:t>
    </dgm:pt>
    <dgm:pt modelId="{16AB2E2B-606A-8848-BA6E-AE1AE368FDB3}" type="parTrans" cxnId="{75A82C40-E797-154C-AF55-1AF77DAA09E4}">
      <dgm:prSet/>
      <dgm:spPr/>
      <dgm:t>
        <a:bodyPr/>
        <a:lstStyle/>
        <a:p>
          <a:endParaRPr lang="en-US"/>
        </a:p>
      </dgm:t>
    </dgm:pt>
    <dgm:pt modelId="{BA819F33-39AA-1748-89D5-62B9BBF0364F}" type="sibTrans" cxnId="{75A82C40-E797-154C-AF55-1AF77DAA09E4}">
      <dgm:prSet/>
      <dgm:spPr/>
      <dgm:t>
        <a:bodyPr/>
        <a:lstStyle/>
        <a:p>
          <a:endParaRPr lang="en-US"/>
        </a:p>
      </dgm:t>
    </dgm:pt>
    <dgm:pt modelId="{AEB491A3-9D1F-274C-8205-E1486A46C302}">
      <dgm:prSet/>
      <dgm:spPr/>
      <dgm:t>
        <a:bodyPr/>
        <a:lstStyle/>
        <a:p>
          <a:r>
            <a:rPr lang="en-US"/>
            <a:t>Scripts executions – Periodic log collection ( DSC, Amber logs from NIC, syslog , switch log )  </a:t>
          </a:r>
        </a:p>
      </dgm:t>
    </dgm:pt>
    <dgm:pt modelId="{ABC53DAF-A2E8-3A44-A14C-747E0959EE30}" type="parTrans" cxnId="{13F9F2C3-2143-F144-8480-F7D9B500021F}">
      <dgm:prSet/>
      <dgm:spPr/>
      <dgm:t>
        <a:bodyPr/>
        <a:lstStyle/>
        <a:p>
          <a:endParaRPr lang="en-US"/>
        </a:p>
      </dgm:t>
    </dgm:pt>
    <dgm:pt modelId="{2B936B31-D9E9-4240-94A0-D799E8673256}" type="sibTrans" cxnId="{13F9F2C3-2143-F144-8480-F7D9B500021F}">
      <dgm:prSet/>
      <dgm:spPr/>
      <dgm:t>
        <a:bodyPr/>
        <a:lstStyle/>
        <a:p>
          <a:endParaRPr lang="en-US"/>
        </a:p>
      </dgm:t>
    </dgm:pt>
    <dgm:pt modelId="{19C82843-4CAF-DA44-8F4D-2DBA0CBE54B0}">
      <dgm:prSet phldrT="[Text]"/>
      <dgm:spPr/>
      <dgm:t>
        <a:bodyPr/>
        <a:lstStyle/>
        <a:p>
          <a:r>
            <a:rPr lang="en-US"/>
            <a:t>BF3 NICs Installed on HPE and DELL Servers</a:t>
          </a:r>
        </a:p>
      </dgm:t>
    </dgm:pt>
    <dgm:pt modelId="{AC7B29CB-4F8B-7845-A119-451EAEA388E8}" type="parTrans" cxnId="{4CFFAA75-1DAD-8C4B-B2D1-7B00835F92E9}">
      <dgm:prSet/>
      <dgm:spPr/>
      <dgm:t>
        <a:bodyPr/>
        <a:lstStyle/>
        <a:p>
          <a:endParaRPr lang="en-US"/>
        </a:p>
      </dgm:t>
    </dgm:pt>
    <dgm:pt modelId="{F717FFA8-BA76-A944-B0B5-607A55C8C1BA}" type="sibTrans" cxnId="{4CFFAA75-1DAD-8C4B-B2D1-7B00835F92E9}">
      <dgm:prSet/>
      <dgm:spPr/>
      <dgm:t>
        <a:bodyPr/>
        <a:lstStyle/>
        <a:p>
          <a:endParaRPr lang="en-US"/>
        </a:p>
      </dgm:t>
    </dgm:pt>
    <dgm:pt modelId="{0484E94A-089C-6D46-9FBE-F1AFBC518568}">
      <dgm:prSet phldrT="[Text]"/>
      <dgm:spPr/>
      <dgm:t>
        <a:bodyPr/>
        <a:lstStyle/>
        <a:p>
          <a:r>
            <a:rPr lang="en-US"/>
            <a:t>Credo 2x400G Y cable (OSFP – QSFP112) connection towards QFX5240 </a:t>
          </a:r>
          <a:r>
            <a:rPr lang="en-US" b="1">
              <a:solidFill>
                <a:srgbClr val="0432FF"/>
              </a:solidFill>
            </a:rPr>
            <a:t>FA</a:t>
          </a:r>
          <a:r>
            <a:rPr lang="en-US"/>
            <a:t> unit.</a:t>
          </a:r>
        </a:p>
      </dgm:t>
    </dgm:pt>
    <dgm:pt modelId="{39C9DC2F-6612-CE44-B637-24624DD41FD8}" type="parTrans" cxnId="{E6B5DD91-BE14-8544-9B57-408EB0F91706}">
      <dgm:prSet/>
      <dgm:spPr/>
      <dgm:t>
        <a:bodyPr/>
        <a:lstStyle/>
        <a:p>
          <a:endParaRPr lang="en-US"/>
        </a:p>
      </dgm:t>
    </dgm:pt>
    <dgm:pt modelId="{34238758-E5F6-4043-8B6D-1449228A7079}" type="sibTrans" cxnId="{E6B5DD91-BE14-8544-9B57-408EB0F91706}">
      <dgm:prSet/>
      <dgm:spPr/>
      <dgm:t>
        <a:bodyPr/>
        <a:lstStyle/>
        <a:p>
          <a:endParaRPr lang="en-US"/>
        </a:p>
      </dgm:t>
    </dgm:pt>
    <dgm:pt modelId="{31471C3A-DE93-6F47-B827-EF540819F9F1}">
      <dgm:prSet phldrT="[Text]"/>
      <dgm:spPr/>
      <dgm:t>
        <a:bodyPr/>
        <a:lstStyle/>
        <a:p>
          <a:r>
            <a:rPr lang="en-US"/>
            <a:t>Test Configuration loaded with </a:t>
          </a:r>
          <a:r>
            <a:rPr lang="en-US" err="1"/>
            <a:t>xAI</a:t>
          </a:r>
          <a:r>
            <a:rPr lang="en-US"/>
            <a:t> FA unit QFX5240</a:t>
          </a:r>
        </a:p>
      </dgm:t>
    </dgm:pt>
    <dgm:pt modelId="{3F01F31E-ABEE-A244-A3EF-7A81DD87FE87}" type="parTrans" cxnId="{EBC29601-3909-584C-890C-1D2A9FBEAB3F}">
      <dgm:prSet/>
      <dgm:spPr/>
      <dgm:t>
        <a:bodyPr/>
        <a:lstStyle/>
        <a:p>
          <a:endParaRPr lang="en-US"/>
        </a:p>
      </dgm:t>
    </dgm:pt>
    <dgm:pt modelId="{7C85A682-6870-0B4F-96FA-46C0B189CDDE}" type="sibTrans" cxnId="{EBC29601-3909-584C-890C-1D2A9FBEAB3F}">
      <dgm:prSet/>
      <dgm:spPr/>
      <dgm:t>
        <a:bodyPr/>
        <a:lstStyle/>
        <a:p>
          <a:endParaRPr lang="en-US"/>
        </a:p>
      </dgm:t>
    </dgm:pt>
    <dgm:pt modelId="{A2405789-2210-0B49-9126-DF220F15B902}">
      <dgm:prSet phldrT="[Text]"/>
      <dgm:spPr/>
      <dgm:t>
        <a:bodyPr/>
        <a:lstStyle/>
        <a:p>
          <a:r>
            <a:rPr lang="en-US"/>
            <a:t>Credo Cable Version 1.6 , 1.4 </a:t>
          </a:r>
        </a:p>
      </dgm:t>
    </dgm:pt>
    <dgm:pt modelId="{0C440F04-6806-7549-930C-0D233CEDFE49}" type="parTrans" cxnId="{C76C221A-7549-AF41-8630-AB4D374000C5}">
      <dgm:prSet/>
      <dgm:spPr/>
      <dgm:t>
        <a:bodyPr/>
        <a:lstStyle/>
        <a:p>
          <a:endParaRPr lang="en-US"/>
        </a:p>
      </dgm:t>
    </dgm:pt>
    <dgm:pt modelId="{09195A84-C0CF-4A4E-AD94-A3168570B6CC}" type="sibTrans" cxnId="{C76C221A-7549-AF41-8630-AB4D374000C5}">
      <dgm:prSet/>
      <dgm:spPr/>
      <dgm:t>
        <a:bodyPr/>
        <a:lstStyle/>
        <a:p>
          <a:endParaRPr lang="en-US"/>
        </a:p>
      </dgm:t>
    </dgm:pt>
    <dgm:pt modelId="{CE5E1939-82D1-5F49-94BB-9D9539CA6C96}">
      <dgm:prSet/>
      <dgm:spPr/>
      <dgm:t>
        <a:bodyPr/>
        <a:lstStyle/>
        <a:p>
          <a:r>
            <a:rPr lang="en-US"/>
            <a:t>multiple power reset, Optics insertion/removal, All ports populated</a:t>
          </a:r>
        </a:p>
      </dgm:t>
    </dgm:pt>
    <dgm:pt modelId="{5BAC9572-239D-BB4C-832D-FE23B2F4C45F}" type="parTrans" cxnId="{01F23EBE-F15F-204C-B826-B9E6756B5656}">
      <dgm:prSet/>
      <dgm:spPr/>
      <dgm:t>
        <a:bodyPr/>
        <a:lstStyle/>
        <a:p>
          <a:endParaRPr lang="en-US"/>
        </a:p>
      </dgm:t>
    </dgm:pt>
    <dgm:pt modelId="{69CFB2F5-5EDB-D847-8A41-FBE78AFEF561}" type="sibTrans" cxnId="{01F23EBE-F15F-204C-B826-B9E6756B5656}">
      <dgm:prSet/>
      <dgm:spPr/>
      <dgm:t>
        <a:bodyPr/>
        <a:lstStyle/>
        <a:p>
          <a:endParaRPr lang="en-US"/>
        </a:p>
      </dgm:t>
    </dgm:pt>
    <dgm:pt modelId="{7FF90FF6-1276-9A48-AF42-52452DE68B4E}">
      <dgm:prSet phldrT="[Text]"/>
      <dgm:spPr/>
      <dgm:t>
        <a:bodyPr/>
        <a:lstStyle/>
        <a:p>
          <a:r>
            <a:rPr lang="en-US"/>
            <a:t>Voltage Margin variation test (-5%, +3.16%)</a:t>
          </a:r>
        </a:p>
      </dgm:t>
    </dgm:pt>
    <dgm:pt modelId="{0B685EC5-5611-6B41-BA6A-CB23449940C9}" type="parTrans" cxnId="{FE8F30E2-4B02-374C-8163-B3350ED93EA9}">
      <dgm:prSet/>
      <dgm:spPr/>
      <dgm:t>
        <a:bodyPr/>
        <a:lstStyle/>
        <a:p>
          <a:endParaRPr lang="en-US"/>
        </a:p>
      </dgm:t>
    </dgm:pt>
    <dgm:pt modelId="{DFB84F3E-8145-8949-BF3D-305036638514}" type="sibTrans" cxnId="{FE8F30E2-4B02-374C-8163-B3350ED93EA9}">
      <dgm:prSet/>
      <dgm:spPr/>
      <dgm:t>
        <a:bodyPr/>
        <a:lstStyle/>
        <a:p>
          <a:endParaRPr lang="en-US"/>
        </a:p>
      </dgm:t>
    </dgm:pt>
    <dgm:pt modelId="{56F98E8B-429C-DF4E-8554-97DBE93F1C0E}">
      <dgm:prSet/>
      <dgm:spPr/>
      <dgm:t>
        <a:bodyPr/>
        <a:lstStyle/>
        <a:p>
          <a:r>
            <a:rPr lang="en-US"/>
            <a:t>ROCEv2 traffic </a:t>
          </a:r>
        </a:p>
      </dgm:t>
    </dgm:pt>
    <dgm:pt modelId="{2EB2A9DD-0020-6D4F-A151-881A0DE09E76}" type="parTrans" cxnId="{02B0E052-F72A-CF45-BE18-B325EB40944F}">
      <dgm:prSet/>
      <dgm:spPr/>
      <dgm:t>
        <a:bodyPr/>
        <a:lstStyle/>
        <a:p>
          <a:endParaRPr lang="en-US"/>
        </a:p>
      </dgm:t>
    </dgm:pt>
    <dgm:pt modelId="{DC2B8B74-A887-5142-8F1A-EA3B2460FCE3}" type="sibTrans" cxnId="{02B0E052-F72A-CF45-BE18-B325EB40944F}">
      <dgm:prSet/>
      <dgm:spPr/>
      <dgm:t>
        <a:bodyPr/>
        <a:lstStyle/>
        <a:p>
          <a:endParaRPr lang="en-US"/>
        </a:p>
      </dgm:t>
    </dgm:pt>
    <dgm:pt modelId="{08636D74-A505-0A41-A55C-D790483A18E4}">
      <dgm:prSet/>
      <dgm:spPr/>
      <dgm:t>
        <a:bodyPr/>
        <a:lstStyle/>
        <a:p>
          <a:r>
            <a:rPr lang="en-US" b="1">
              <a:solidFill>
                <a:srgbClr val="0432FF"/>
              </a:solidFill>
            </a:rPr>
            <a:t>Co relation between the switch logs and NIC logs </a:t>
          </a:r>
        </a:p>
      </dgm:t>
    </dgm:pt>
    <dgm:pt modelId="{5E499427-9262-AE4A-ABF3-5E1C7D5633CF}" type="parTrans" cxnId="{A87F6C67-8DC4-8140-A2AF-3641FAB126AF}">
      <dgm:prSet/>
      <dgm:spPr/>
      <dgm:t>
        <a:bodyPr/>
        <a:lstStyle/>
        <a:p>
          <a:endParaRPr lang="en-US"/>
        </a:p>
      </dgm:t>
    </dgm:pt>
    <dgm:pt modelId="{D1E62A26-3E14-B748-B174-76E9DF425CF6}" type="sibTrans" cxnId="{A87F6C67-8DC4-8140-A2AF-3641FAB126AF}">
      <dgm:prSet/>
      <dgm:spPr/>
      <dgm:t>
        <a:bodyPr/>
        <a:lstStyle/>
        <a:p>
          <a:endParaRPr lang="en-US"/>
        </a:p>
      </dgm:t>
    </dgm:pt>
    <dgm:pt modelId="{EFBA8D6B-95E1-C54A-9099-D24D9AD2AE41}" type="pres">
      <dgm:prSet presAssocID="{ED550E00-98B4-A645-8F49-A2F694859107}" presName="linear" presStyleCnt="0">
        <dgm:presLayoutVars>
          <dgm:dir/>
          <dgm:animLvl val="lvl"/>
          <dgm:resizeHandles val="exact"/>
        </dgm:presLayoutVars>
      </dgm:prSet>
      <dgm:spPr/>
    </dgm:pt>
    <dgm:pt modelId="{57DAE2FD-5FDE-BF40-A7B2-B7E9AB0F7C41}" type="pres">
      <dgm:prSet presAssocID="{CE5484D8-41D4-B540-A8E1-2F1F8745CEEC}" presName="parentLin" presStyleCnt="0"/>
      <dgm:spPr/>
    </dgm:pt>
    <dgm:pt modelId="{6650C0D7-75F9-7F40-8838-D557E0046C11}" type="pres">
      <dgm:prSet presAssocID="{CE5484D8-41D4-B540-A8E1-2F1F8745CEEC}" presName="parentLeftMargin" presStyleLbl="node1" presStyleIdx="0" presStyleCnt="3"/>
      <dgm:spPr/>
    </dgm:pt>
    <dgm:pt modelId="{0FFF73C2-BC43-6544-9EAF-903D18DA5CF6}" type="pres">
      <dgm:prSet presAssocID="{CE5484D8-41D4-B540-A8E1-2F1F8745CE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F6F20F-893D-1449-9DDA-E2B7FF36B629}" type="pres">
      <dgm:prSet presAssocID="{CE5484D8-41D4-B540-A8E1-2F1F8745CEEC}" presName="negativeSpace" presStyleCnt="0"/>
      <dgm:spPr/>
    </dgm:pt>
    <dgm:pt modelId="{DF97A215-82F2-3440-8004-35A47682AE14}" type="pres">
      <dgm:prSet presAssocID="{CE5484D8-41D4-B540-A8E1-2F1F8745CEEC}" presName="childText" presStyleLbl="conFgAcc1" presStyleIdx="0" presStyleCnt="3">
        <dgm:presLayoutVars>
          <dgm:bulletEnabled val="1"/>
        </dgm:presLayoutVars>
      </dgm:prSet>
      <dgm:spPr/>
    </dgm:pt>
    <dgm:pt modelId="{0A4FF737-5E74-2740-91A3-3185B2DE8F7B}" type="pres">
      <dgm:prSet presAssocID="{D7AD84D7-512C-DB40-9037-03F1E0E568DF}" presName="spaceBetweenRectangles" presStyleCnt="0"/>
      <dgm:spPr/>
    </dgm:pt>
    <dgm:pt modelId="{20E182F1-DBFA-7C48-A2FF-95977D106FCE}" type="pres">
      <dgm:prSet presAssocID="{BC53C3EB-50A8-9546-BD95-C51B12141D8D}" presName="parentLin" presStyleCnt="0"/>
      <dgm:spPr/>
    </dgm:pt>
    <dgm:pt modelId="{1A78DEB2-5D90-AE43-BD57-22F22FB60A6B}" type="pres">
      <dgm:prSet presAssocID="{BC53C3EB-50A8-9546-BD95-C51B12141D8D}" presName="parentLeftMargin" presStyleLbl="node1" presStyleIdx="0" presStyleCnt="3"/>
      <dgm:spPr/>
    </dgm:pt>
    <dgm:pt modelId="{89C92F11-1146-FD46-A972-F79683A0273B}" type="pres">
      <dgm:prSet presAssocID="{BC53C3EB-50A8-9546-BD95-C51B12141D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3A3B0-A396-AD42-AA4F-E7E18CE80600}" type="pres">
      <dgm:prSet presAssocID="{BC53C3EB-50A8-9546-BD95-C51B12141D8D}" presName="negativeSpace" presStyleCnt="0"/>
      <dgm:spPr/>
    </dgm:pt>
    <dgm:pt modelId="{374CCD99-E516-D044-A3FA-5A72D29511E5}" type="pres">
      <dgm:prSet presAssocID="{BC53C3EB-50A8-9546-BD95-C51B12141D8D}" presName="childText" presStyleLbl="conFgAcc1" presStyleIdx="1" presStyleCnt="3">
        <dgm:presLayoutVars>
          <dgm:bulletEnabled val="1"/>
        </dgm:presLayoutVars>
      </dgm:prSet>
      <dgm:spPr/>
    </dgm:pt>
    <dgm:pt modelId="{6D66B7FD-0821-524C-BEA4-7DEB9F464399}" type="pres">
      <dgm:prSet presAssocID="{F6D51BD7-1D44-3748-9FFC-10D1289F4082}" presName="spaceBetweenRectangles" presStyleCnt="0"/>
      <dgm:spPr/>
    </dgm:pt>
    <dgm:pt modelId="{423E042B-AF12-F348-8BD3-06983B0A9AEE}" type="pres">
      <dgm:prSet presAssocID="{8EBB4BF1-2B2A-3640-8148-D601E75E5FC6}" presName="parentLin" presStyleCnt="0"/>
      <dgm:spPr/>
    </dgm:pt>
    <dgm:pt modelId="{041C6249-A0BB-A249-998A-F9FA65331F7A}" type="pres">
      <dgm:prSet presAssocID="{8EBB4BF1-2B2A-3640-8148-D601E75E5FC6}" presName="parentLeftMargin" presStyleLbl="node1" presStyleIdx="1" presStyleCnt="3"/>
      <dgm:spPr/>
    </dgm:pt>
    <dgm:pt modelId="{4C59F936-E005-4742-81F7-A931281797F0}" type="pres">
      <dgm:prSet presAssocID="{8EBB4BF1-2B2A-3640-8148-D601E75E5F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29C9B-A81C-D342-9740-4BE0D425F135}" type="pres">
      <dgm:prSet presAssocID="{8EBB4BF1-2B2A-3640-8148-D601E75E5FC6}" presName="negativeSpace" presStyleCnt="0"/>
      <dgm:spPr/>
    </dgm:pt>
    <dgm:pt modelId="{D3695FFB-C459-B546-8279-37D92283F726}" type="pres">
      <dgm:prSet presAssocID="{8EBB4BF1-2B2A-3640-8148-D601E75E5F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BC29601-3909-584C-890C-1D2A9FBEAB3F}" srcId="{8EBB4BF1-2B2A-3640-8148-D601E75E5FC6}" destId="{31471C3A-DE93-6F47-B827-EF540819F9F1}" srcOrd="2" destOrd="0" parTransId="{3F01F31E-ABEE-A244-A3EF-7A81DD87FE87}" sibTransId="{7C85A682-6870-0B4F-96FA-46C0B189CDDE}"/>
    <dgm:cxn modelId="{8D0A6809-897B-3946-AC1D-3F0AD5C0B0D0}" type="presOf" srcId="{08636D74-A505-0A41-A55C-D790483A18E4}" destId="{374CCD99-E516-D044-A3FA-5A72D29511E5}" srcOrd="0" destOrd="5" presId="urn:microsoft.com/office/officeart/2005/8/layout/list1"/>
    <dgm:cxn modelId="{E119190E-661F-BE48-AFC7-5C855CA815FE}" type="presOf" srcId="{8EBB4BF1-2B2A-3640-8148-D601E75E5FC6}" destId="{041C6249-A0BB-A249-998A-F9FA65331F7A}" srcOrd="0" destOrd="0" presId="urn:microsoft.com/office/officeart/2005/8/layout/list1"/>
    <dgm:cxn modelId="{C76C221A-7549-AF41-8630-AB4D374000C5}" srcId="{8EBB4BF1-2B2A-3640-8148-D601E75E5FC6}" destId="{A2405789-2210-0B49-9126-DF220F15B902}" srcOrd="3" destOrd="0" parTransId="{0C440F04-6806-7549-930C-0D233CEDFE49}" sibTransId="{09195A84-C0CF-4A4E-AD94-A3168570B6CC}"/>
    <dgm:cxn modelId="{D87A4F1D-00FC-464A-893E-76A0555F3D24}" type="presOf" srcId="{19C82843-4CAF-DA44-8F4D-2DBA0CBE54B0}" destId="{D3695FFB-C459-B546-8279-37D92283F726}" srcOrd="0" destOrd="0" presId="urn:microsoft.com/office/officeart/2005/8/layout/list1"/>
    <dgm:cxn modelId="{002AAE27-3307-E34C-A055-80ABCC24E327}" type="presOf" srcId="{E47D9BA5-1C9E-194C-A482-156636E06EAE}" destId="{374CCD99-E516-D044-A3FA-5A72D29511E5}" srcOrd="0" destOrd="0" presId="urn:microsoft.com/office/officeart/2005/8/layout/list1"/>
    <dgm:cxn modelId="{8F7A8132-7BD1-4747-A676-D2CB9A2C200D}" srcId="{CE5484D8-41D4-B540-A8E1-2F1F8745CEEC}" destId="{76D77872-807B-7D41-B1E9-8B5EBE61BD95}" srcOrd="0" destOrd="0" parTransId="{DD8B38A1-C4FE-3843-A2A3-2E4BF0FE988E}" sibTransId="{0E57B877-C6B9-5D42-9653-8FE964119B94}"/>
    <dgm:cxn modelId="{B3389235-70D4-584C-939B-D1AC6D458005}" type="presOf" srcId="{CE5484D8-41D4-B540-A8E1-2F1F8745CEEC}" destId="{6650C0D7-75F9-7F40-8838-D557E0046C11}" srcOrd="0" destOrd="0" presId="urn:microsoft.com/office/officeart/2005/8/layout/list1"/>
    <dgm:cxn modelId="{F1128C38-1FA5-EB4E-AF7A-C88C9F6894CB}" srcId="{ED550E00-98B4-A645-8F49-A2F694859107}" destId="{8EBB4BF1-2B2A-3640-8148-D601E75E5FC6}" srcOrd="2" destOrd="0" parTransId="{3B224BE4-70E5-8044-8282-DAF7564D5CAF}" sibTransId="{5B635FA5-49B6-4344-941A-C13BC5583D0C}"/>
    <dgm:cxn modelId="{4116BC3A-04EA-F148-91E1-20F880354EC1}" type="presOf" srcId="{7FF90FF6-1276-9A48-AF42-52452DE68B4E}" destId="{374CCD99-E516-D044-A3FA-5A72D29511E5}" srcOrd="0" destOrd="1" presId="urn:microsoft.com/office/officeart/2005/8/layout/list1"/>
    <dgm:cxn modelId="{75A82C40-E797-154C-AF55-1AF77DAA09E4}" srcId="{BC53C3EB-50A8-9546-BD95-C51B12141D8D}" destId="{E47D9BA5-1C9E-194C-A482-156636E06EAE}" srcOrd="0" destOrd="0" parTransId="{16AB2E2B-606A-8848-BA6E-AE1AE368FDB3}" sibTransId="{BA819F33-39AA-1748-89D5-62B9BBF0364F}"/>
    <dgm:cxn modelId="{F435F140-7C83-604C-8873-79F63570D5C2}" srcId="{ED550E00-98B4-A645-8F49-A2F694859107}" destId="{CE5484D8-41D4-B540-A8E1-2F1F8745CEEC}" srcOrd="0" destOrd="0" parTransId="{48E2DF50-85FD-8D4B-8287-2C03E3D36BE3}" sibTransId="{D7AD84D7-512C-DB40-9037-03F1E0E568DF}"/>
    <dgm:cxn modelId="{02B0E052-F72A-CF45-BE18-B325EB40944F}" srcId="{E47D9BA5-1C9E-194C-A482-156636E06EAE}" destId="{56F98E8B-429C-DF4E-8554-97DBE93F1C0E}" srcOrd="2" destOrd="0" parTransId="{2EB2A9DD-0020-6D4F-A151-881A0DE09E76}" sibTransId="{DC2B8B74-A887-5142-8F1A-EA3B2460FCE3}"/>
    <dgm:cxn modelId="{8EA5D762-DE78-664D-A0F1-A507F2B45BA0}" type="presOf" srcId="{8EBB4BF1-2B2A-3640-8148-D601E75E5FC6}" destId="{4C59F936-E005-4742-81F7-A931281797F0}" srcOrd="1" destOrd="0" presId="urn:microsoft.com/office/officeart/2005/8/layout/list1"/>
    <dgm:cxn modelId="{A87F6C67-8DC4-8140-A2AF-3641FAB126AF}" srcId="{BC53C3EB-50A8-9546-BD95-C51B12141D8D}" destId="{08636D74-A505-0A41-A55C-D790483A18E4}" srcOrd="2" destOrd="0" parTransId="{5E499427-9262-AE4A-ABF3-5E1C7D5633CF}" sibTransId="{D1E62A26-3E14-B748-B174-76E9DF425CF6}"/>
    <dgm:cxn modelId="{41C4106B-AB42-EF49-AB5E-218E58D3006A}" type="presOf" srcId="{BC53C3EB-50A8-9546-BD95-C51B12141D8D}" destId="{1A78DEB2-5D90-AE43-BD57-22F22FB60A6B}" srcOrd="0" destOrd="0" presId="urn:microsoft.com/office/officeart/2005/8/layout/list1"/>
    <dgm:cxn modelId="{7A74E56F-64C5-3040-933E-CB368ED1432B}" type="presOf" srcId="{AEB491A3-9D1F-274C-8205-E1486A46C302}" destId="{374CCD99-E516-D044-A3FA-5A72D29511E5}" srcOrd="0" destOrd="4" presId="urn:microsoft.com/office/officeart/2005/8/layout/list1"/>
    <dgm:cxn modelId="{B22C1D72-7189-634D-8293-F8FD0D6D01AD}" type="presOf" srcId="{CE5484D8-41D4-B540-A8E1-2F1F8745CEEC}" destId="{0FFF73C2-BC43-6544-9EAF-903D18DA5CF6}" srcOrd="1" destOrd="0" presId="urn:microsoft.com/office/officeart/2005/8/layout/list1"/>
    <dgm:cxn modelId="{4CFFAA75-1DAD-8C4B-B2D1-7B00835F92E9}" srcId="{8EBB4BF1-2B2A-3640-8148-D601E75E5FC6}" destId="{19C82843-4CAF-DA44-8F4D-2DBA0CBE54B0}" srcOrd="0" destOrd="0" parTransId="{AC7B29CB-4F8B-7845-A119-451EAEA388E8}" sibTransId="{F717FFA8-BA76-A944-B0B5-607A55C8C1BA}"/>
    <dgm:cxn modelId="{70B5FC85-9EFB-AB4E-B390-426BA2ECA90A}" type="presOf" srcId="{BC53C3EB-50A8-9546-BD95-C51B12141D8D}" destId="{89C92F11-1146-FD46-A972-F79683A0273B}" srcOrd="1" destOrd="0" presId="urn:microsoft.com/office/officeart/2005/8/layout/list1"/>
    <dgm:cxn modelId="{E6B5DD91-BE14-8544-9B57-408EB0F91706}" srcId="{8EBB4BF1-2B2A-3640-8148-D601E75E5FC6}" destId="{0484E94A-089C-6D46-9FBE-F1AFBC518568}" srcOrd="1" destOrd="0" parTransId="{39C9DC2F-6612-CE44-B637-24624DD41FD8}" sibTransId="{34238758-E5F6-4043-8B6D-1449228A7079}"/>
    <dgm:cxn modelId="{D1CD4B98-3932-374B-89C2-E4AC262A9010}" type="presOf" srcId="{56F98E8B-429C-DF4E-8554-97DBE93F1C0E}" destId="{374CCD99-E516-D044-A3FA-5A72D29511E5}" srcOrd="0" destOrd="3" presId="urn:microsoft.com/office/officeart/2005/8/layout/list1"/>
    <dgm:cxn modelId="{5318B1A9-0BCD-FB4C-86B8-045FCF64A527}" type="presOf" srcId="{A2405789-2210-0B49-9126-DF220F15B902}" destId="{D3695FFB-C459-B546-8279-37D92283F726}" srcOrd="0" destOrd="3" presId="urn:microsoft.com/office/officeart/2005/8/layout/list1"/>
    <dgm:cxn modelId="{BBA73CB3-4B01-934C-995E-E5ED4443A660}" type="presOf" srcId="{CE5E1939-82D1-5F49-94BB-9D9539CA6C96}" destId="{374CCD99-E516-D044-A3FA-5A72D29511E5}" srcOrd="0" destOrd="2" presId="urn:microsoft.com/office/officeart/2005/8/layout/list1"/>
    <dgm:cxn modelId="{94263BBD-B2E9-5949-A387-4497BCAE22F5}" type="presOf" srcId="{31471C3A-DE93-6F47-B827-EF540819F9F1}" destId="{D3695FFB-C459-B546-8279-37D92283F726}" srcOrd="0" destOrd="2" presId="urn:microsoft.com/office/officeart/2005/8/layout/list1"/>
    <dgm:cxn modelId="{01F23EBE-F15F-204C-B826-B9E6756B5656}" srcId="{E47D9BA5-1C9E-194C-A482-156636E06EAE}" destId="{CE5E1939-82D1-5F49-94BB-9D9539CA6C96}" srcOrd="1" destOrd="0" parTransId="{5BAC9572-239D-BB4C-832D-FE23B2F4C45F}" sibTransId="{69CFB2F5-5EDB-D847-8A41-FBE78AFEF561}"/>
    <dgm:cxn modelId="{13F9F2C3-2143-F144-8480-F7D9B500021F}" srcId="{BC53C3EB-50A8-9546-BD95-C51B12141D8D}" destId="{AEB491A3-9D1F-274C-8205-E1486A46C302}" srcOrd="1" destOrd="0" parTransId="{ABC53DAF-A2E8-3A44-A14C-747E0959EE30}" sibTransId="{2B936B31-D9E9-4240-94A0-D799E8673256}"/>
    <dgm:cxn modelId="{FE6118C8-76F4-E64A-8C02-11FF9FC598F8}" type="presOf" srcId="{0484E94A-089C-6D46-9FBE-F1AFBC518568}" destId="{D3695FFB-C459-B546-8279-37D92283F726}" srcOrd="0" destOrd="1" presId="urn:microsoft.com/office/officeart/2005/8/layout/list1"/>
    <dgm:cxn modelId="{3DB17AD1-8691-6141-8373-9B10AB5A432A}" srcId="{ED550E00-98B4-A645-8F49-A2F694859107}" destId="{BC53C3EB-50A8-9546-BD95-C51B12141D8D}" srcOrd="1" destOrd="0" parTransId="{80ACE1FD-D144-F645-B82B-77AE93D09B77}" sibTransId="{F6D51BD7-1D44-3748-9FFC-10D1289F4082}"/>
    <dgm:cxn modelId="{D7F191DE-021B-BD43-AB13-84416B31F490}" type="presOf" srcId="{ED550E00-98B4-A645-8F49-A2F694859107}" destId="{EFBA8D6B-95E1-C54A-9099-D24D9AD2AE41}" srcOrd="0" destOrd="0" presId="urn:microsoft.com/office/officeart/2005/8/layout/list1"/>
    <dgm:cxn modelId="{FE8F30E2-4B02-374C-8163-B3350ED93EA9}" srcId="{E47D9BA5-1C9E-194C-A482-156636E06EAE}" destId="{7FF90FF6-1276-9A48-AF42-52452DE68B4E}" srcOrd="0" destOrd="0" parTransId="{0B685EC5-5611-6B41-BA6A-CB23449940C9}" sibTransId="{DFB84F3E-8145-8949-BF3D-305036638514}"/>
    <dgm:cxn modelId="{129AE3F2-5800-3442-BC16-E4388E68714C}" type="presOf" srcId="{76D77872-807B-7D41-B1E9-8B5EBE61BD95}" destId="{DF97A215-82F2-3440-8004-35A47682AE14}" srcOrd="0" destOrd="0" presId="urn:microsoft.com/office/officeart/2005/8/layout/list1"/>
    <dgm:cxn modelId="{50E0E2C9-BDBB-644E-BC53-886F816FE2B2}" type="presParOf" srcId="{EFBA8D6B-95E1-C54A-9099-D24D9AD2AE41}" destId="{57DAE2FD-5FDE-BF40-A7B2-B7E9AB0F7C41}" srcOrd="0" destOrd="0" presId="urn:microsoft.com/office/officeart/2005/8/layout/list1"/>
    <dgm:cxn modelId="{A0E1D578-4B8F-154A-9E71-B3D317C7B0F6}" type="presParOf" srcId="{57DAE2FD-5FDE-BF40-A7B2-B7E9AB0F7C41}" destId="{6650C0D7-75F9-7F40-8838-D557E0046C11}" srcOrd="0" destOrd="0" presId="urn:microsoft.com/office/officeart/2005/8/layout/list1"/>
    <dgm:cxn modelId="{0FFD38DA-4416-1C45-91EB-EA4256ED9600}" type="presParOf" srcId="{57DAE2FD-5FDE-BF40-A7B2-B7E9AB0F7C41}" destId="{0FFF73C2-BC43-6544-9EAF-903D18DA5CF6}" srcOrd="1" destOrd="0" presId="urn:microsoft.com/office/officeart/2005/8/layout/list1"/>
    <dgm:cxn modelId="{E55AE7DC-0730-2247-86C5-D064F7A705B7}" type="presParOf" srcId="{EFBA8D6B-95E1-C54A-9099-D24D9AD2AE41}" destId="{22F6F20F-893D-1449-9DDA-E2B7FF36B629}" srcOrd="1" destOrd="0" presId="urn:microsoft.com/office/officeart/2005/8/layout/list1"/>
    <dgm:cxn modelId="{430413D1-B1B0-9D46-AFEE-11F824E7BAE5}" type="presParOf" srcId="{EFBA8D6B-95E1-C54A-9099-D24D9AD2AE41}" destId="{DF97A215-82F2-3440-8004-35A47682AE14}" srcOrd="2" destOrd="0" presId="urn:microsoft.com/office/officeart/2005/8/layout/list1"/>
    <dgm:cxn modelId="{48CE52ED-A2D2-E145-A4A0-A0B8D03A8FD2}" type="presParOf" srcId="{EFBA8D6B-95E1-C54A-9099-D24D9AD2AE41}" destId="{0A4FF737-5E74-2740-91A3-3185B2DE8F7B}" srcOrd="3" destOrd="0" presId="urn:microsoft.com/office/officeart/2005/8/layout/list1"/>
    <dgm:cxn modelId="{5A6DCA87-AD4E-F747-8716-22A1BE35BBE6}" type="presParOf" srcId="{EFBA8D6B-95E1-C54A-9099-D24D9AD2AE41}" destId="{20E182F1-DBFA-7C48-A2FF-95977D106FCE}" srcOrd="4" destOrd="0" presId="urn:microsoft.com/office/officeart/2005/8/layout/list1"/>
    <dgm:cxn modelId="{1727BEEA-ABAE-CD45-AE04-3FFA1F5C1F5E}" type="presParOf" srcId="{20E182F1-DBFA-7C48-A2FF-95977D106FCE}" destId="{1A78DEB2-5D90-AE43-BD57-22F22FB60A6B}" srcOrd="0" destOrd="0" presId="urn:microsoft.com/office/officeart/2005/8/layout/list1"/>
    <dgm:cxn modelId="{646F8A4E-61D0-0D4F-97F5-1B7179C11425}" type="presParOf" srcId="{20E182F1-DBFA-7C48-A2FF-95977D106FCE}" destId="{89C92F11-1146-FD46-A972-F79683A0273B}" srcOrd="1" destOrd="0" presId="urn:microsoft.com/office/officeart/2005/8/layout/list1"/>
    <dgm:cxn modelId="{BBD599D4-3165-244B-A2DF-69581EB94725}" type="presParOf" srcId="{EFBA8D6B-95E1-C54A-9099-D24D9AD2AE41}" destId="{8273A3B0-A396-AD42-AA4F-E7E18CE80600}" srcOrd="5" destOrd="0" presId="urn:microsoft.com/office/officeart/2005/8/layout/list1"/>
    <dgm:cxn modelId="{15213B37-6DA3-DB4E-AC69-E8DDB8A43C95}" type="presParOf" srcId="{EFBA8D6B-95E1-C54A-9099-D24D9AD2AE41}" destId="{374CCD99-E516-D044-A3FA-5A72D29511E5}" srcOrd="6" destOrd="0" presId="urn:microsoft.com/office/officeart/2005/8/layout/list1"/>
    <dgm:cxn modelId="{8E1E6E18-0547-E740-80F7-5715AD42E206}" type="presParOf" srcId="{EFBA8D6B-95E1-C54A-9099-D24D9AD2AE41}" destId="{6D66B7FD-0821-524C-BEA4-7DEB9F464399}" srcOrd="7" destOrd="0" presId="urn:microsoft.com/office/officeart/2005/8/layout/list1"/>
    <dgm:cxn modelId="{706D6EEA-A8C1-9F46-AA5E-FF35A759E219}" type="presParOf" srcId="{EFBA8D6B-95E1-C54A-9099-D24D9AD2AE41}" destId="{423E042B-AF12-F348-8BD3-06983B0A9AEE}" srcOrd="8" destOrd="0" presId="urn:microsoft.com/office/officeart/2005/8/layout/list1"/>
    <dgm:cxn modelId="{79BD154E-EAD1-9B42-ACED-37056E6B6202}" type="presParOf" srcId="{423E042B-AF12-F348-8BD3-06983B0A9AEE}" destId="{041C6249-A0BB-A249-998A-F9FA65331F7A}" srcOrd="0" destOrd="0" presId="urn:microsoft.com/office/officeart/2005/8/layout/list1"/>
    <dgm:cxn modelId="{FEB77AC4-6F73-3F45-9D60-FB888279D849}" type="presParOf" srcId="{423E042B-AF12-F348-8BD3-06983B0A9AEE}" destId="{4C59F936-E005-4742-81F7-A931281797F0}" srcOrd="1" destOrd="0" presId="urn:microsoft.com/office/officeart/2005/8/layout/list1"/>
    <dgm:cxn modelId="{EE412E29-3D46-BD40-AD11-576786A2304C}" type="presParOf" srcId="{EFBA8D6B-95E1-C54A-9099-D24D9AD2AE41}" destId="{EA329C9B-A81C-D342-9740-4BE0D425F135}" srcOrd="9" destOrd="0" presId="urn:microsoft.com/office/officeart/2005/8/layout/list1"/>
    <dgm:cxn modelId="{4EC13435-7763-984D-8944-2BF2A378E9EC}" type="presParOf" srcId="{EFBA8D6B-95E1-C54A-9099-D24D9AD2AE41}" destId="{D3695FFB-C459-B546-8279-37D92283F7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313702"/>
          <a:ext cx="10956576" cy="80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416560" rIns="85035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Investigate near-end (TP4) and far-end (MCB) optical signal quality and margins for AEC.</a:t>
          </a:r>
        </a:p>
      </dsp:txBody>
      <dsp:txXfrm>
        <a:off x="0" y="313702"/>
        <a:ext cx="10956576" cy="803250"/>
      </dsp:txXfrm>
    </dsp:sp>
    <dsp:sp modelId="{0FFF73C2-BC43-6544-9EAF-903D18DA5CF6}">
      <dsp:nvSpPr>
        <dsp:cNvPr id="0" name=""/>
        <dsp:cNvSpPr/>
      </dsp:nvSpPr>
      <dsp:spPr>
        <a:xfrm>
          <a:off x="547828" y="18502"/>
          <a:ext cx="7669603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Goal : </a:t>
          </a:r>
        </a:p>
      </dsp:txBody>
      <dsp:txXfrm>
        <a:off x="576649" y="47323"/>
        <a:ext cx="7611961" cy="532757"/>
      </dsp:txXfrm>
    </dsp:sp>
    <dsp:sp modelId="{374CCD99-E516-D044-A3FA-5A72D29511E5}">
      <dsp:nvSpPr>
        <dsp:cNvPr id="0" name=""/>
        <dsp:cNvSpPr/>
      </dsp:nvSpPr>
      <dsp:spPr>
        <a:xfrm>
          <a:off x="0" y="1520153"/>
          <a:ext cx="10956576" cy="166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416560" rIns="85035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/>
            <a:t>Testing done with 2 different QFX5240 – one from the lab and one RMA from customer.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/>
            <a:t>Far end signals were characterized on both 400G Q112 ends of the 5m AEC Y-cable.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/>
            <a:t>In each case, all lanes show passing results with no issues seen.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/>
            <a:t>Also, no notable difference in optical signal quality between lab and RMA chassis. </a:t>
          </a:r>
        </a:p>
      </dsp:txBody>
      <dsp:txXfrm>
        <a:off x="0" y="1520153"/>
        <a:ext cx="10956576" cy="1669500"/>
      </dsp:txXfrm>
    </dsp:sp>
    <dsp:sp modelId="{89C92F11-1146-FD46-A972-F79683A0273B}">
      <dsp:nvSpPr>
        <dsp:cNvPr id="0" name=""/>
        <dsp:cNvSpPr/>
      </dsp:nvSpPr>
      <dsp:spPr>
        <a:xfrm>
          <a:off x="547828" y="1224953"/>
          <a:ext cx="7669603" cy="590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Results </a:t>
          </a:r>
        </a:p>
      </dsp:txBody>
      <dsp:txXfrm>
        <a:off x="576649" y="1253774"/>
        <a:ext cx="7611961" cy="5327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331378"/>
          <a:ext cx="10956576" cy="13229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437388" rIns="85035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Investigate the possibility of any “bad batch” / “bad lot” issue causing failures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11 failures out of 700+ systems in x.AI deployment. Customer reports once a failing unit is replaced, new unit is stable and does not show same failure mode. </a:t>
          </a:r>
        </a:p>
      </dsp:txBody>
      <dsp:txXfrm>
        <a:off x="0" y="331378"/>
        <a:ext cx="10956576" cy="1322999"/>
      </dsp:txXfrm>
    </dsp:sp>
    <dsp:sp modelId="{0FFF73C2-BC43-6544-9EAF-903D18DA5CF6}">
      <dsp:nvSpPr>
        <dsp:cNvPr id="0" name=""/>
        <dsp:cNvSpPr/>
      </dsp:nvSpPr>
      <dsp:spPr>
        <a:xfrm>
          <a:off x="547828" y="21418"/>
          <a:ext cx="7669603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Goal : </a:t>
          </a:r>
        </a:p>
      </dsp:txBody>
      <dsp:txXfrm>
        <a:off x="578090" y="51680"/>
        <a:ext cx="7609079" cy="559396"/>
      </dsp:txXfrm>
    </dsp:sp>
    <dsp:sp modelId="{374CCD99-E516-D044-A3FA-5A72D29511E5}">
      <dsp:nvSpPr>
        <dsp:cNvPr id="0" name=""/>
        <dsp:cNvSpPr/>
      </dsp:nvSpPr>
      <dsp:spPr>
        <a:xfrm>
          <a:off x="0" y="2077738"/>
          <a:ext cx="10956576" cy="12899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43738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Build Date</a:t>
          </a:r>
          <a:r>
            <a:rPr lang="en-US" sz="1600" kern="1200"/>
            <a:t>: 11 failed S/Ns are from 9 different assembly dates. (Oct 2024 – June 2025)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Mfg</a:t>
          </a:r>
          <a:r>
            <a:rPr lang="en-US" sz="1600" b="1" kern="1200"/>
            <a:t> Site</a:t>
          </a:r>
          <a:r>
            <a:rPr lang="en-US" sz="1600" kern="1200"/>
            <a:t>: 11 failed units from 3 different </a:t>
          </a:r>
          <a:r>
            <a:rPr lang="en-US" sz="1600" kern="1200" err="1"/>
            <a:t>Accton</a:t>
          </a:r>
          <a:r>
            <a:rPr lang="en-US" sz="1600" kern="1200"/>
            <a:t> production lines in 3 locations (VN, TW-ZB, TW-ZN)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Broadcom</a:t>
          </a:r>
          <a:r>
            <a:rPr lang="en-US" sz="1600" kern="1200"/>
            <a:t> TH5: 3 different date codes, 5 different lot codes</a:t>
          </a:r>
        </a:p>
      </dsp:txBody>
      <dsp:txXfrm>
        <a:off x="0" y="2077738"/>
        <a:ext cx="10956576" cy="1289924"/>
      </dsp:txXfrm>
    </dsp:sp>
    <dsp:sp modelId="{89C92F11-1146-FD46-A972-F79683A0273B}">
      <dsp:nvSpPr>
        <dsp:cNvPr id="0" name=""/>
        <dsp:cNvSpPr/>
      </dsp:nvSpPr>
      <dsp:spPr>
        <a:xfrm>
          <a:off x="547828" y="1767778"/>
          <a:ext cx="7669603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Results </a:t>
          </a:r>
        </a:p>
      </dsp:txBody>
      <dsp:txXfrm>
        <a:off x="578090" y="1798040"/>
        <a:ext cx="7609079" cy="559396"/>
      </dsp:txXfrm>
    </dsp:sp>
    <dsp:sp modelId="{D3695FFB-C459-B546-8279-37D92283F726}">
      <dsp:nvSpPr>
        <dsp:cNvPr id="0" name=""/>
        <dsp:cNvSpPr/>
      </dsp:nvSpPr>
      <dsp:spPr>
        <a:xfrm>
          <a:off x="0" y="3791023"/>
          <a:ext cx="10956576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437388" rIns="85035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Investigating DC/LC trends for timing module and components</a:t>
          </a:r>
        </a:p>
      </dsp:txBody>
      <dsp:txXfrm>
        <a:off x="0" y="3791023"/>
        <a:ext cx="10956576" cy="826875"/>
      </dsp:txXfrm>
    </dsp:sp>
    <dsp:sp modelId="{4C59F936-E005-4742-81F7-A931281797F0}">
      <dsp:nvSpPr>
        <dsp:cNvPr id="0" name=""/>
        <dsp:cNvSpPr/>
      </dsp:nvSpPr>
      <dsp:spPr>
        <a:xfrm>
          <a:off x="547828" y="3481063"/>
          <a:ext cx="7669603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Next Steps </a:t>
          </a:r>
        </a:p>
      </dsp:txBody>
      <dsp:txXfrm>
        <a:off x="578090" y="3511325"/>
        <a:ext cx="7609079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496078"/>
          <a:ext cx="10956576" cy="1159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3324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Evaluate power as a potential source of disruption that could impact multiple optical links simultaneously.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Looking for: potential sources of power noise or instability in </a:t>
          </a:r>
          <a:r>
            <a:rPr lang="en-US" sz="1600" kern="1200" err="1"/>
            <a:t>Accton</a:t>
          </a:r>
          <a:r>
            <a:rPr lang="en-US" sz="1600" kern="1200"/>
            <a:t> power design / schematics. </a:t>
          </a:r>
        </a:p>
      </dsp:txBody>
      <dsp:txXfrm>
        <a:off x="0" y="496078"/>
        <a:ext cx="10956576" cy="1159199"/>
      </dsp:txXfrm>
    </dsp:sp>
    <dsp:sp modelId="{0FFF73C2-BC43-6544-9EAF-903D18DA5CF6}">
      <dsp:nvSpPr>
        <dsp:cNvPr id="0" name=""/>
        <dsp:cNvSpPr/>
      </dsp:nvSpPr>
      <dsp:spPr>
        <a:xfrm>
          <a:off x="547828" y="259918"/>
          <a:ext cx="766960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 : </a:t>
          </a:r>
        </a:p>
      </dsp:txBody>
      <dsp:txXfrm>
        <a:off x="570885" y="282975"/>
        <a:ext cx="7623489" cy="426206"/>
      </dsp:txXfrm>
    </dsp:sp>
    <dsp:sp modelId="{374CCD99-E516-D044-A3FA-5A72D29511E5}">
      <dsp:nvSpPr>
        <dsp:cNvPr id="0" name=""/>
        <dsp:cNvSpPr/>
      </dsp:nvSpPr>
      <dsp:spPr>
        <a:xfrm>
          <a:off x="0" y="1977838"/>
          <a:ext cx="10956576" cy="1411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3324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3.3V optics power rails have been scoped and associated circuits reviewed. No issues found so far.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Attempts to force link flaps on an RMA QFX5240 by injecting noise have not been successful.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Flapping ports [0-35] map to 3 different power groups. Each group includes some ports that do not flap.</a:t>
          </a:r>
        </a:p>
      </dsp:txBody>
      <dsp:txXfrm>
        <a:off x="0" y="1977838"/>
        <a:ext cx="10956576" cy="1411199"/>
      </dsp:txXfrm>
    </dsp:sp>
    <dsp:sp modelId="{89C92F11-1146-FD46-A972-F79683A0273B}">
      <dsp:nvSpPr>
        <dsp:cNvPr id="0" name=""/>
        <dsp:cNvSpPr/>
      </dsp:nvSpPr>
      <dsp:spPr>
        <a:xfrm>
          <a:off x="547828" y="1741678"/>
          <a:ext cx="766960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Status </a:t>
          </a:r>
        </a:p>
      </dsp:txBody>
      <dsp:txXfrm>
        <a:off x="570885" y="1764735"/>
        <a:ext cx="7623489" cy="426206"/>
      </dsp:txXfrm>
    </dsp:sp>
    <dsp:sp modelId="{D3695FFB-C459-B546-8279-37D92283F726}">
      <dsp:nvSpPr>
        <dsp:cNvPr id="0" name=""/>
        <dsp:cNvSpPr/>
      </dsp:nvSpPr>
      <dsp:spPr>
        <a:xfrm>
          <a:off x="0" y="3711598"/>
          <a:ext cx="10956576" cy="667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3324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Instrument QFX5240 in SysTest replication test-bed with probes and attempt to replicate link flaps. </a:t>
          </a:r>
        </a:p>
      </dsp:txBody>
      <dsp:txXfrm>
        <a:off x="0" y="3711598"/>
        <a:ext cx="10956576" cy="667799"/>
      </dsp:txXfrm>
    </dsp:sp>
    <dsp:sp modelId="{4C59F936-E005-4742-81F7-A931281797F0}">
      <dsp:nvSpPr>
        <dsp:cNvPr id="0" name=""/>
        <dsp:cNvSpPr/>
      </dsp:nvSpPr>
      <dsp:spPr>
        <a:xfrm>
          <a:off x="547828" y="3475438"/>
          <a:ext cx="766960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Next Steps </a:t>
          </a:r>
        </a:p>
      </dsp:txBody>
      <dsp:txXfrm>
        <a:off x="570885" y="3498495"/>
        <a:ext cx="7623489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288392"/>
          <a:ext cx="10956576" cy="12316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54076" rIns="85035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Evaluate timing as a potential source of disruption that could impact multiple optical links simultaneously.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Looking for: jitter, temperature variation and other issues with clocks driving SerDes / TH5. </a:t>
          </a:r>
        </a:p>
      </dsp:txBody>
      <dsp:txXfrm>
        <a:off x="0" y="288392"/>
        <a:ext cx="10956576" cy="1231649"/>
      </dsp:txXfrm>
    </dsp:sp>
    <dsp:sp modelId="{0FFF73C2-BC43-6544-9EAF-903D18DA5CF6}">
      <dsp:nvSpPr>
        <dsp:cNvPr id="0" name=""/>
        <dsp:cNvSpPr/>
      </dsp:nvSpPr>
      <dsp:spPr>
        <a:xfrm>
          <a:off x="547828" y="37472"/>
          <a:ext cx="7669603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 : </a:t>
          </a:r>
        </a:p>
      </dsp:txBody>
      <dsp:txXfrm>
        <a:off x="572326" y="61970"/>
        <a:ext cx="7620607" cy="452844"/>
      </dsp:txXfrm>
    </dsp:sp>
    <dsp:sp modelId="{374CCD99-E516-D044-A3FA-5A72D29511E5}">
      <dsp:nvSpPr>
        <dsp:cNvPr id="0" name=""/>
        <dsp:cNvSpPr/>
      </dsp:nvSpPr>
      <dsp:spPr>
        <a:xfrm>
          <a:off x="0" y="1862762"/>
          <a:ext cx="10956576" cy="16868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54076" rIns="85035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8 separate 312.5MHz clock signals for 64 SerDes on TH5. Difficult to access these signals directly for phase noise type of measurements due to how they are routed (BGA -&gt; BGA, buried vias).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Re-tracing the clock tree up-stream has shown a couple of promising areas where we can scope and look for instability or other issues. </a:t>
          </a:r>
        </a:p>
      </dsp:txBody>
      <dsp:txXfrm>
        <a:off x="0" y="1862762"/>
        <a:ext cx="10956576" cy="1686824"/>
      </dsp:txXfrm>
    </dsp:sp>
    <dsp:sp modelId="{89C92F11-1146-FD46-A972-F79683A0273B}">
      <dsp:nvSpPr>
        <dsp:cNvPr id="0" name=""/>
        <dsp:cNvSpPr/>
      </dsp:nvSpPr>
      <dsp:spPr>
        <a:xfrm>
          <a:off x="547828" y="1611842"/>
          <a:ext cx="7669603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Status </a:t>
          </a:r>
        </a:p>
      </dsp:txBody>
      <dsp:txXfrm>
        <a:off x="572326" y="1636340"/>
        <a:ext cx="7620607" cy="452844"/>
      </dsp:txXfrm>
    </dsp:sp>
    <dsp:sp modelId="{D3695FFB-C459-B546-8279-37D92283F726}">
      <dsp:nvSpPr>
        <dsp:cNvPr id="0" name=""/>
        <dsp:cNvSpPr/>
      </dsp:nvSpPr>
      <dsp:spPr>
        <a:xfrm>
          <a:off x="0" y="3892307"/>
          <a:ext cx="10956576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54076" rIns="850352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Attaching probes and working through different parts of the clock tree.</a:t>
          </a:r>
        </a:p>
      </dsp:txBody>
      <dsp:txXfrm>
        <a:off x="0" y="3892307"/>
        <a:ext cx="10956576" cy="709537"/>
      </dsp:txXfrm>
    </dsp:sp>
    <dsp:sp modelId="{4C59F936-E005-4742-81F7-A931281797F0}">
      <dsp:nvSpPr>
        <dsp:cNvPr id="0" name=""/>
        <dsp:cNvSpPr/>
      </dsp:nvSpPr>
      <dsp:spPr>
        <a:xfrm>
          <a:off x="547828" y="3641387"/>
          <a:ext cx="7669603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Next Steps </a:t>
          </a:r>
        </a:p>
      </dsp:txBody>
      <dsp:txXfrm>
        <a:off x="572326" y="3665885"/>
        <a:ext cx="7620607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256678"/>
          <a:ext cx="10956576" cy="93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3324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Attempt to replicate link flaps using RMA QFX5240 in thermal chamber with temp cycling.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Evaluate possibility of thermal dependence on failure mode suggested by some data.</a:t>
          </a:r>
        </a:p>
      </dsp:txBody>
      <dsp:txXfrm>
        <a:off x="0" y="256678"/>
        <a:ext cx="10956576" cy="932399"/>
      </dsp:txXfrm>
    </dsp:sp>
    <dsp:sp modelId="{0FFF73C2-BC43-6544-9EAF-903D18DA5CF6}">
      <dsp:nvSpPr>
        <dsp:cNvPr id="0" name=""/>
        <dsp:cNvSpPr/>
      </dsp:nvSpPr>
      <dsp:spPr>
        <a:xfrm>
          <a:off x="547828" y="20518"/>
          <a:ext cx="766960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 </a:t>
          </a:r>
        </a:p>
      </dsp:txBody>
      <dsp:txXfrm>
        <a:off x="570885" y="43575"/>
        <a:ext cx="7623489" cy="426206"/>
      </dsp:txXfrm>
    </dsp:sp>
    <dsp:sp modelId="{374CCD99-E516-D044-A3FA-5A72D29511E5}">
      <dsp:nvSpPr>
        <dsp:cNvPr id="0" name=""/>
        <dsp:cNvSpPr/>
      </dsp:nvSpPr>
      <dsp:spPr>
        <a:xfrm>
          <a:off x="0" y="1511638"/>
          <a:ext cx="10956576" cy="2116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3324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One RMA QFX5240 from customer has been installed in thermal chamber in </a:t>
          </a:r>
          <a:r>
            <a:rPr lang="en-US" sz="1600" kern="1200" err="1"/>
            <a:t>Bldg</a:t>
          </a:r>
          <a:r>
            <a:rPr lang="en-US" sz="1600" kern="1200"/>
            <a:t> 8 with 31 AEC Y-cables and various other optics modules on remaining ports.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Running scripts to dump temp and fan speed data periodically and log necessary diagnostic information if a link flap is observed.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Testing in progress since 6:30PM on 12/17/2025. One thermal cycle [-5C -&gt; room temp -&gt; +40C -&gt; room temp] has been completed.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 link flaps or issues seen so far.</a:t>
          </a:r>
        </a:p>
      </dsp:txBody>
      <dsp:txXfrm>
        <a:off x="0" y="1511638"/>
        <a:ext cx="10956576" cy="2116799"/>
      </dsp:txXfrm>
    </dsp:sp>
    <dsp:sp modelId="{89C92F11-1146-FD46-A972-F79683A0273B}">
      <dsp:nvSpPr>
        <dsp:cNvPr id="0" name=""/>
        <dsp:cNvSpPr/>
      </dsp:nvSpPr>
      <dsp:spPr>
        <a:xfrm>
          <a:off x="547828" y="1275478"/>
          <a:ext cx="766960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Status </a:t>
          </a:r>
        </a:p>
      </dsp:txBody>
      <dsp:txXfrm>
        <a:off x="570885" y="1298535"/>
        <a:ext cx="7623489" cy="426206"/>
      </dsp:txXfrm>
    </dsp:sp>
    <dsp:sp modelId="{D3695FFB-C459-B546-8279-37D92283F726}">
      <dsp:nvSpPr>
        <dsp:cNvPr id="0" name=""/>
        <dsp:cNvSpPr/>
      </dsp:nvSpPr>
      <dsp:spPr>
        <a:xfrm>
          <a:off x="0" y="3950998"/>
          <a:ext cx="10956576" cy="667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333248" rIns="85035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Continue testing over next 48 hours. </a:t>
          </a:r>
        </a:p>
      </dsp:txBody>
      <dsp:txXfrm>
        <a:off x="0" y="3950998"/>
        <a:ext cx="10956576" cy="667799"/>
      </dsp:txXfrm>
    </dsp:sp>
    <dsp:sp modelId="{4C59F936-E005-4742-81F7-A931281797F0}">
      <dsp:nvSpPr>
        <dsp:cNvPr id="0" name=""/>
        <dsp:cNvSpPr/>
      </dsp:nvSpPr>
      <dsp:spPr>
        <a:xfrm>
          <a:off x="547828" y="3714838"/>
          <a:ext cx="766960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Next Steps</a:t>
          </a:r>
        </a:p>
      </dsp:txBody>
      <dsp:txXfrm>
        <a:off x="570885" y="3737895"/>
        <a:ext cx="7623489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290293"/>
          <a:ext cx="10956576" cy="13922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270764" rIns="85035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Testing Type: Stress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Testing updates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Observations: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Status: In progress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300" kern="1200"/>
        </a:p>
      </dsp:txBody>
      <dsp:txXfrm>
        <a:off x="0" y="290293"/>
        <a:ext cx="10956576" cy="1392299"/>
      </dsp:txXfrm>
    </dsp:sp>
    <dsp:sp modelId="{0FFF73C2-BC43-6544-9EAF-903D18DA5CF6}">
      <dsp:nvSpPr>
        <dsp:cNvPr id="0" name=""/>
        <dsp:cNvSpPr/>
      </dsp:nvSpPr>
      <dsp:spPr>
        <a:xfrm>
          <a:off x="547828" y="98413"/>
          <a:ext cx="766960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 Bed # 1</a:t>
          </a:r>
        </a:p>
      </dsp:txBody>
      <dsp:txXfrm>
        <a:off x="566562" y="117147"/>
        <a:ext cx="7632135" cy="346292"/>
      </dsp:txXfrm>
    </dsp:sp>
    <dsp:sp modelId="{374CCD99-E516-D044-A3FA-5A72D29511E5}">
      <dsp:nvSpPr>
        <dsp:cNvPr id="0" name=""/>
        <dsp:cNvSpPr/>
      </dsp:nvSpPr>
      <dsp:spPr>
        <a:xfrm>
          <a:off x="0" y="1944673"/>
          <a:ext cx="10956576" cy="11670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270764" rIns="85035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Testing Type: Optics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Testing updates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Observations: 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Status: Completed</a:t>
          </a:r>
        </a:p>
      </dsp:txBody>
      <dsp:txXfrm>
        <a:off x="0" y="1944673"/>
        <a:ext cx="10956576" cy="1167074"/>
      </dsp:txXfrm>
    </dsp:sp>
    <dsp:sp modelId="{89C92F11-1146-FD46-A972-F79683A0273B}">
      <dsp:nvSpPr>
        <dsp:cNvPr id="0" name=""/>
        <dsp:cNvSpPr/>
      </dsp:nvSpPr>
      <dsp:spPr>
        <a:xfrm>
          <a:off x="547828" y="1752793"/>
          <a:ext cx="766960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 Bed # 2</a:t>
          </a:r>
        </a:p>
      </dsp:txBody>
      <dsp:txXfrm>
        <a:off x="566562" y="1771527"/>
        <a:ext cx="7632135" cy="346292"/>
      </dsp:txXfrm>
    </dsp:sp>
    <dsp:sp modelId="{D3695FFB-C459-B546-8279-37D92283F726}">
      <dsp:nvSpPr>
        <dsp:cNvPr id="0" name=""/>
        <dsp:cNvSpPr/>
      </dsp:nvSpPr>
      <dsp:spPr>
        <a:xfrm>
          <a:off x="0" y="3373828"/>
          <a:ext cx="10956576" cy="11670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270764" rIns="85035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Testing Type: Hardware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Testing Updates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Observations: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Status: In Progress</a:t>
          </a:r>
        </a:p>
      </dsp:txBody>
      <dsp:txXfrm>
        <a:off x="0" y="3373828"/>
        <a:ext cx="10956576" cy="1167074"/>
      </dsp:txXfrm>
    </dsp:sp>
    <dsp:sp modelId="{4C59F936-E005-4742-81F7-A931281797F0}">
      <dsp:nvSpPr>
        <dsp:cNvPr id="0" name=""/>
        <dsp:cNvSpPr/>
      </dsp:nvSpPr>
      <dsp:spPr>
        <a:xfrm>
          <a:off x="547828" y="3181948"/>
          <a:ext cx="766960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 Bed # 3</a:t>
          </a:r>
        </a:p>
      </dsp:txBody>
      <dsp:txXfrm>
        <a:off x="566562" y="3200682"/>
        <a:ext cx="7632135" cy="3462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7A215-82F2-3440-8004-35A47682AE14}">
      <dsp:nvSpPr>
        <dsp:cNvPr id="0" name=""/>
        <dsp:cNvSpPr/>
      </dsp:nvSpPr>
      <dsp:spPr>
        <a:xfrm>
          <a:off x="0" y="377312"/>
          <a:ext cx="10956576" cy="563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270764" rIns="85035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Hardware: QFX5240-OD-</a:t>
          </a:r>
          <a:r>
            <a:rPr lang="en-US" sz="1300" b="1" kern="1200">
              <a:solidFill>
                <a:srgbClr val="0432FF"/>
              </a:solidFill>
            </a:rPr>
            <a:t>FA</a:t>
          </a:r>
          <a:r>
            <a:rPr lang="en-US" sz="1300" kern="1200"/>
            <a:t>, QFX5240-OD, QFX5240-QD, BF3-3140 – 28 NICs, 37 AEC (Credo), 27 DR-8(2x400G) optics</a:t>
          </a:r>
        </a:p>
      </dsp:txBody>
      <dsp:txXfrm>
        <a:off x="0" y="377312"/>
        <a:ext cx="10956576" cy="563062"/>
      </dsp:txXfrm>
    </dsp:sp>
    <dsp:sp modelId="{0FFF73C2-BC43-6544-9EAF-903D18DA5CF6}">
      <dsp:nvSpPr>
        <dsp:cNvPr id="0" name=""/>
        <dsp:cNvSpPr/>
      </dsp:nvSpPr>
      <dsp:spPr>
        <a:xfrm>
          <a:off x="547828" y="185432"/>
          <a:ext cx="766960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Reproduction 1 </a:t>
          </a:r>
        </a:p>
      </dsp:txBody>
      <dsp:txXfrm>
        <a:off x="566562" y="204166"/>
        <a:ext cx="7632135" cy="346292"/>
      </dsp:txXfrm>
    </dsp:sp>
    <dsp:sp modelId="{374CCD99-E516-D044-A3FA-5A72D29511E5}">
      <dsp:nvSpPr>
        <dsp:cNvPr id="0" name=""/>
        <dsp:cNvSpPr/>
      </dsp:nvSpPr>
      <dsp:spPr>
        <a:xfrm>
          <a:off x="0" y="1202454"/>
          <a:ext cx="10956576" cy="1719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270764" rIns="85035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Stress testing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Voltage Margin variation test (-5%, +3.16%)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multiple power reset, Optics insertion/removal, All ports populated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ROCEv2 traffic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Scripts executions – Periodic log collection ( DSC, Amber logs from NIC, syslog , switch log )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>
              <a:solidFill>
                <a:srgbClr val="0432FF"/>
              </a:solidFill>
            </a:rPr>
            <a:t>Co relation between the switch logs and NIC logs </a:t>
          </a:r>
        </a:p>
      </dsp:txBody>
      <dsp:txXfrm>
        <a:off x="0" y="1202454"/>
        <a:ext cx="10956576" cy="1719900"/>
      </dsp:txXfrm>
    </dsp:sp>
    <dsp:sp modelId="{89C92F11-1146-FD46-A972-F79683A0273B}">
      <dsp:nvSpPr>
        <dsp:cNvPr id="0" name=""/>
        <dsp:cNvSpPr/>
      </dsp:nvSpPr>
      <dsp:spPr>
        <a:xfrm>
          <a:off x="547828" y="1010574"/>
          <a:ext cx="766960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Setup</a:t>
          </a:r>
        </a:p>
      </dsp:txBody>
      <dsp:txXfrm>
        <a:off x="566562" y="1029308"/>
        <a:ext cx="7632135" cy="346292"/>
      </dsp:txXfrm>
    </dsp:sp>
    <dsp:sp modelId="{D3695FFB-C459-B546-8279-37D92283F726}">
      <dsp:nvSpPr>
        <dsp:cNvPr id="0" name=""/>
        <dsp:cNvSpPr/>
      </dsp:nvSpPr>
      <dsp:spPr>
        <a:xfrm>
          <a:off x="0" y="3184434"/>
          <a:ext cx="10956576" cy="1269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52" tIns="270764" rIns="850352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BF3 NICs Installed on HPE and DELL Servers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Credo 2x400G Y cable (OSFP – QSFP112) connection towards QFX5240 </a:t>
          </a:r>
          <a:r>
            <a:rPr lang="en-US" sz="1300" b="1" kern="1200">
              <a:solidFill>
                <a:srgbClr val="0432FF"/>
              </a:solidFill>
            </a:rPr>
            <a:t>FA</a:t>
          </a:r>
          <a:r>
            <a:rPr lang="en-US" sz="1300" kern="1200"/>
            <a:t> unit.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Test Configuration loaded with </a:t>
          </a:r>
          <a:r>
            <a:rPr lang="en-US" sz="1300" kern="1200" err="1"/>
            <a:t>xAI</a:t>
          </a:r>
          <a:r>
            <a:rPr lang="en-US" sz="1300" kern="1200"/>
            <a:t> FA unit QFX5240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Credo Cable Version 1.6 , 1.4 </a:t>
          </a:r>
        </a:p>
      </dsp:txBody>
      <dsp:txXfrm>
        <a:off x="0" y="3184434"/>
        <a:ext cx="10956576" cy="1269450"/>
      </dsp:txXfrm>
    </dsp:sp>
    <dsp:sp modelId="{4C59F936-E005-4742-81F7-A931281797F0}">
      <dsp:nvSpPr>
        <dsp:cNvPr id="0" name=""/>
        <dsp:cNvSpPr/>
      </dsp:nvSpPr>
      <dsp:spPr>
        <a:xfrm>
          <a:off x="547828" y="2992554"/>
          <a:ext cx="7669603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893" tIns="0" rIns="2898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Additional details specific to the test bed and coverage</a:t>
          </a:r>
        </a:p>
      </dsp:txBody>
      <dsp:txXfrm>
        <a:off x="566562" y="3011288"/>
        <a:ext cx="7632135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DB8B3-DC38-4C68-99D0-6B898E48D9B3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5B998-40B1-4B98-8BB4-DD46ED311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0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90387143d_2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890387143d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197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The issue seems to be happening </a:t>
            </a:r>
            <a:r>
              <a:rPr lang="en-US" sz="1200" b="1">
                <a:solidFill>
                  <a:srgbClr val="0432FF"/>
                </a:solidFill>
              </a:rPr>
              <a:t>every time we build a new test bed</a:t>
            </a:r>
            <a:r>
              <a:rPr lang="en-US" sz="1200"/>
              <a:t>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B998-40B1-4B98-8BB4-DD46ED311B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38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xai-qfx5240-01: </a:t>
            </a:r>
          </a:p>
          <a:p>
            <a:r>
              <a:rPr lang="en-US"/>
              <a:t>1. Move ET-24:1 from FA unit to QFX5240-06</a:t>
            </a:r>
          </a:p>
          <a:p>
            <a:r>
              <a:rPr lang="en-US"/>
              <a:t>2. Move ET-14:1 from FA Unit to QFX5240-06</a:t>
            </a:r>
          </a:p>
          <a:p>
            <a:r>
              <a:rPr lang="en-US"/>
              <a:t>3. Reboot Server - san-rt-ai-srv01 and san-rt-ai-srv02</a:t>
            </a:r>
          </a:p>
          <a:p>
            <a:r>
              <a:rPr lang="en-US"/>
              <a:t>4. Run few iterations on AN On-OFF on both the server San-rt-ai-srv01/02 ( make sure in each iteration links come up)</a:t>
            </a:r>
          </a:p>
          <a:p>
            <a:r>
              <a:rPr lang="en-US"/>
              <a:t>5. Ensure AN is set to ON in both the servers (san-rt-ai-srv01/02)</a:t>
            </a:r>
          </a:p>
          <a:p>
            <a:r>
              <a:rPr lang="en-US"/>
              <a:t>6. Move ET24:1 cable back to FA unit from QFX5240-06</a:t>
            </a:r>
          </a:p>
          <a:p>
            <a:r>
              <a:rPr lang="en-US"/>
              <a:t>7. Move ET-14:1 cable back to FA unit from QFX5240-06</a:t>
            </a:r>
          </a:p>
          <a:p>
            <a:r>
              <a:rPr lang="en-US"/>
              <a:t>8. Monitor FA unit for any flaps.</a:t>
            </a:r>
          </a:p>
          <a:p>
            <a:r>
              <a:rPr lang="en-US"/>
              <a:t>9. Increase number connection from FA to QFX5240-06  - using DR4 (2x200G) </a:t>
            </a:r>
          </a:p>
          <a:p>
            <a:r>
              <a:rPr lang="en-US"/>
              <a:t>10. OIR on Et-40:0 and Et-36:1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91971-B43E-3345-A3AF-90482D06B3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66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88A900A5-3C74-12FA-ACB8-7E775992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90387143d_2_198:notes">
            <a:extLst>
              <a:ext uri="{FF2B5EF4-FFF2-40B4-BE49-F238E27FC236}">
                <a16:creationId xmlns:a16="http://schemas.microsoft.com/office/drawing/2014/main" id="{A743F66A-EE3A-04E0-95E6-D9EABEE32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890387143d_2_198:notes">
            <a:extLst>
              <a:ext uri="{FF2B5EF4-FFF2-40B4-BE49-F238E27FC236}">
                <a16:creationId xmlns:a16="http://schemas.microsoft.com/office/drawing/2014/main" id="{511AC180-DC18-AD59-998F-400278264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5422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07D0F-F119-5280-37F4-9D8497CA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9E2E1-FE92-0917-5FFC-DBF97AB67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F90CB-ADFC-A19B-A7D1-C037D8373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57FFC-B2C2-2390-6447-F34C1F1C4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45B998-40B1-4B98-8BB4-DD46ED311B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91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CD35-C9A9-2BBC-64BD-29B40E2BE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22B84-F6D6-0552-73F5-13543FA0C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1524A-F7C7-6C08-F2BE-A62DDA6AE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</a:t>
            </a:r>
            <a:r>
              <a:rPr lang="en-US" sz="900" b="0" i="0" u="none" strike="noStrike" kern="1200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5811-E036-8B65-99BA-2623A7A4A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45B998-40B1-4B98-8BB4-DD46ED311B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031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B6FF9-FEAC-4BC8-DF84-1C4A7F9F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D11CB-0E5B-77FE-AAF3-691A5269C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5AAA1-AA21-E6CF-9ED5-4091F3827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</a:t>
            </a:r>
            <a:r>
              <a:rPr lang="en-US" sz="900" b="0" i="0" u="none" strike="noStrike" kern="1200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8A6D-ABF7-A2FD-C421-E7E88DCE2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45B998-40B1-4B98-8BB4-DD46ED311B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985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7FE5-7E84-CE42-FAB8-1B2833CA0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B9229-FE26-DE85-D5B6-395D1CF7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5E1EC-EE74-1CC9-16D1-4159A6E38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</a:t>
            </a:r>
            <a:r>
              <a:rPr lang="en-US" sz="900" b="0" i="0" u="none" strike="noStrike" kern="1200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9D4E1-A456-F110-AF5D-C18AD6A07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45B998-40B1-4B98-8BB4-DD46ED311B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957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DBD1-B4FA-FF69-4583-67E0B6B6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B6FF8-C300-B8D3-3640-0F5B6A612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27F87-E1F4-1B7C-6A62-FC6BBFC80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</a:t>
            </a:r>
            <a:r>
              <a:rPr lang="en-US" sz="900" b="0" i="0" u="none" strike="noStrike" kern="1200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A1484-F05D-BDEE-5E9B-CCB10FDC4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45B998-40B1-4B98-8BB4-DD46ED311B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344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4C0E-ED56-89A3-B34D-060C69D37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DB5E3-E5DD-FDC0-A834-D58B855C1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7587F-979A-722B-17F2-BA6B77F30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</a:t>
            </a:r>
            <a:r>
              <a:rPr lang="en-US" sz="900" b="0" i="0" u="none" strike="noStrike" kern="1200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2262F-1611-C050-302B-F4A97E324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B998-40B1-4B98-8BB4-DD46ED311BA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26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78FB2-9C5A-D4EA-2C0E-5A13B081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66736-0A6A-7DA2-E1A7-6F5A74823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EC1E6-B4A1-D539-2949-FE612344B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By</a:t>
            </a:r>
            <a:r>
              <a:rPr lang="en-US" sz="900" b="0" i="0" u="none" strike="noStrike" kern="1200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SM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BBEEF-E055-8F7D-109D-0676ECEB9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B998-40B1-4B98-8BB4-DD46ED311B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12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4D7F-1B25-EA76-EBD0-DC08A5E2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97083-5501-C6C2-A3A5-D9A4DECCF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7B6FC-B58E-B54D-70FC-6CCC61A5C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– Voltage margining - </a:t>
            </a:r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Cues for sudden temp increase, fan speed 13K RPM , clock drifts , Voltage margin</a:t>
            </a:r>
          </a:p>
          <a:p>
            <a:pPr lvl="0"/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655A7-0A3E-5FE6-B205-0EBC20499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5B998-40B1-4B98-8BB4-DD46ED311BA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64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B998-40B1-4B98-8BB4-DD46ED311BA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5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6ECEAC-9C0B-4028-B97C-6721057F1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242"/>
            <a:ext cx="12191998" cy="6855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EADB2-8049-4B88-B291-FF8AE3FC6E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33508" y="4906694"/>
            <a:ext cx="2002865" cy="281904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A234D9-1F89-4689-89BA-C77F9BF70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578" y="4246439"/>
            <a:ext cx="6492607" cy="233910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21FE1-8935-4EE6-BE25-A18F50F53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8578" y="2140298"/>
            <a:ext cx="6492607" cy="1265943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A4ED0-232F-4702-AAF8-13039CDC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578" y="3725561"/>
            <a:ext cx="6492607" cy="370230"/>
          </a:xfrm>
        </p:spPr>
        <p:txBody>
          <a:bodyPr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80621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F7F4B0-EC37-4E53-B2D9-7201FBF2F2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6858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DF3C748-D5E2-4FB5-9576-EE213493AB87}"/>
              </a:ext>
            </a:extLst>
          </p:cNvPr>
          <p:cNvSpPr/>
          <p:nvPr userDrawn="1"/>
        </p:nvSpPr>
        <p:spPr>
          <a:xfrm>
            <a:off x="5850384" y="1"/>
            <a:ext cx="6341615" cy="6858000"/>
          </a:xfrm>
          <a:prstGeom prst="rect">
            <a:avLst/>
          </a:prstGeom>
          <a:gradFill flip="none" rotWithShape="1">
            <a:gsLst>
              <a:gs pos="27000">
                <a:srgbClr val="73992F"/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E1615-CF6C-418C-A2F8-8AF5B0A38D93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BDDE4-075D-4337-BEBB-166C4FA55F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11CAEDA-F13C-43B4-B3A8-D3983B7456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96E1A-46B6-441E-831F-0C83472FFC4B}"/>
              </a:ext>
            </a:extLst>
          </p:cNvPr>
          <p:cNvCxnSpPr/>
          <p:nvPr userDrawn="1"/>
        </p:nvCxnSpPr>
        <p:spPr>
          <a:xfrm>
            <a:off x="11294960" y="6596757"/>
            <a:ext cx="0" cy="1856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7C53FF-5A2C-454D-9362-097ECCE2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412" y="1901816"/>
            <a:ext cx="5499452" cy="4357384"/>
          </a:xfrm>
        </p:spPr>
        <p:txBody>
          <a:bodyPr anchor="t" anchorCtr="0"/>
          <a:lstStyle>
            <a:lvl1pPr marL="226478" indent="-226478">
              <a:spcBef>
                <a:spcPts val="16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690016" indent="-228594">
              <a:defRPr sz="1600">
                <a:solidFill>
                  <a:schemeClr val="bg1"/>
                </a:solidFill>
              </a:defRPr>
            </a:lvl2pPr>
            <a:lvl3pPr marL="1068891" indent="-228594"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BDF50-2E05-47A9-96A9-8AB3839AF7F2}"/>
              </a:ext>
            </a:extLst>
          </p:cNvPr>
          <p:cNvSpPr txBox="1"/>
          <p:nvPr userDrawn="1"/>
        </p:nvSpPr>
        <p:spPr>
          <a:xfrm>
            <a:off x="6445188" y="616065"/>
            <a:ext cx="416843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F16A6E-CC35-4B78-9DF5-68D095D02AFF}"/>
              </a:ext>
            </a:extLst>
          </p:cNvPr>
          <p:cNvGrpSpPr/>
          <p:nvPr userDrawn="1"/>
        </p:nvGrpSpPr>
        <p:grpSpPr>
          <a:xfrm>
            <a:off x="10324956" y="6592898"/>
            <a:ext cx="698591" cy="191911"/>
            <a:chOff x="1855788" y="3378201"/>
            <a:chExt cx="3709987" cy="1019175"/>
          </a:xfrm>
          <a:solidFill>
            <a:schemeClr val="bg2"/>
          </a:solidFill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B94135C2-0B4B-4CB5-90D9-271F82C361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6650" y="4197351"/>
              <a:ext cx="160337" cy="196850"/>
            </a:xfrm>
            <a:custGeom>
              <a:avLst/>
              <a:gdLst>
                <a:gd name="T0" fmla="*/ 0 w 101"/>
                <a:gd name="T1" fmla="*/ 0 h 124"/>
                <a:gd name="T2" fmla="*/ 13 w 101"/>
                <a:gd name="T3" fmla="*/ 0 h 124"/>
                <a:gd name="T4" fmla="*/ 87 w 101"/>
                <a:gd name="T5" fmla="*/ 101 h 124"/>
                <a:gd name="T6" fmla="*/ 87 w 101"/>
                <a:gd name="T7" fmla="*/ 0 h 124"/>
                <a:gd name="T8" fmla="*/ 101 w 101"/>
                <a:gd name="T9" fmla="*/ 0 h 124"/>
                <a:gd name="T10" fmla="*/ 101 w 101"/>
                <a:gd name="T11" fmla="*/ 124 h 124"/>
                <a:gd name="T12" fmla="*/ 89 w 101"/>
                <a:gd name="T13" fmla="*/ 124 h 124"/>
                <a:gd name="T14" fmla="*/ 12 w 101"/>
                <a:gd name="T15" fmla="*/ 18 h 124"/>
                <a:gd name="T16" fmla="*/ 12 w 101"/>
                <a:gd name="T17" fmla="*/ 124 h 124"/>
                <a:gd name="T18" fmla="*/ 0 w 101"/>
                <a:gd name="T19" fmla="*/ 124 h 124"/>
                <a:gd name="T20" fmla="*/ 0 w 101"/>
                <a:gd name="T21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124">
                  <a:moveTo>
                    <a:pt x="0" y="0"/>
                  </a:moveTo>
                  <a:lnTo>
                    <a:pt x="13" y="0"/>
                  </a:lnTo>
                  <a:lnTo>
                    <a:pt x="87" y="101"/>
                  </a:lnTo>
                  <a:lnTo>
                    <a:pt x="87" y="0"/>
                  </a:lnTo>
                  <a:lnTo>
                    <a:pt x="101" y="0"/>
                  </a:lnTo>
                  <a:lnTo>
                    <a:pt x="101" y="124"/>
                  </a:lnTo>
                  <a:lnTo>
                    <a:pt x="89" y="124"/>
                  </a:lnTo>
                  <a:lnTo>
                    <a:pt x="12" y="18"/>
                  </a:lnTo>
                  <a:lnTo>
                    <a:pt x="1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A720F58E-511B-4691-BB0C-7E9C00592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86200" y="4197351"/>
              <a:ext cx="130175" cy="196850"/>
            </a:xfrm>
            <a:custGeom>
              <a:avLst/>
              <a:gdLst>
                <a:gd name="T0" fmla="*/ 0 w 82"/>
                <a:gd name="T1" fmla="*/ 0 h 124"/>
                <a:gd name="T2" fmla="*/ 82 w 82"/>
                <a:gd name="T3" fmla="*/ 0 h 124"/>
                <a:gd name="T4" fmla="*/ 82 w 82"/>
                <a:gd name="T5" fmla="*/ 12 h 124"/>
                <a:gd name="T6" fmla="*/ 13 w 82"/>
                <a:gd name="T7" fmla="*/ 12 h 124"/>
                <a:gd name="T8" fmla="*/ 13 w 82"/>
                <a:gd name="T9" fmla="*/ 53 h 124"/>
                <a:gd name="T10" fmla="*/ 80 w 82"/>
                <a:gd name="T11" fmla="*/ 53 h 124"/>
                <a:gd name="T12" fmla="*/ 80 w 82"/>
                <a:gd name="T13" fmla="*/ 65 h 124"/>
                <a:gd name="T14" fmla="*/ 13 w 82"/>
                <a:gd name="T15" fmla="*/ 65 h 124"/>
                <a:gd name="T16" fmla="*/ 13 w 82"/>
                <a:gd name="T17" fmla="*/ 112 h 124"/>
                <a:gd name="T18" fmla="*/ 82 w 82"/>
                <a:gd name="T19" fmla="*/ 112 h 124"/>
                <a:gd name="T20" fmla="*/ 82 w 82"/>
                <a:gd name="T21" fmla="*/ 124 h 124"/>
                <a:gd name="T22" fmla="*/ 0 w 82"/>
                <a:gd name="T23" fmla="*/ 124 h 124"/>
                <a:gd name="T24" fmla="*/ 0 w 82"/>
                <a:gd name="T2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24">
                  <a:moveTo>
                    <a:pt x="0" y="0"/>
                  </a:moveTo>
                  <a:lnTo>
                    <a:pt x="82" y="0"/>
                  </a:lnTo>
                  <a:lnTo>
                    <a:pt x="82" y="12"/>
                  </a:lnTo>
                  <a:lnTo>
                    <a:pt x="13" y="12"/>
                  </a:lnTo>
                  <a:lnTo>
                    <a:pt x="13" y="53"/>
                  </a:lnTo>
                  <a:lnTo>
                    <a:pt x="80" y="53"/>
                  </a:lnTo>
                  <a:lnTo>
                    <a:pt x="80" y="65"/>
                  </a:lnTo>
                  <a:lnTo>
                    <a:pt x="13" y="65"/>
                  </a:lnTo>
                  <a:lnTo>
                    <a:pt x="13" y="112"/>
                  </a:lnTo>
                  <a:lnTo>
                    <a:pt x="82" y="112"/>
                  </a:lnTo>
                  <a:lnTo>
                    <a:pt x="8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42D7B96D-77EF-4C83-8B22-D95AEC757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8125" y="4197351"/>
              <a:ext cx="166687" cy="196850"/>
            </a:xfrm>
            <a:custGeom>
              <a:avLst/>
              <a:gdLst>
                <a:gd name="T0" fmla="*/ 46 w 105"/>
                <a:gd name="T1" fmla="*/ 12 h 124"/>
                <a:gd name="T2" fmla="*/ 0 w 105"/>
                <a:gd name="T3" fmla="*/ 12 h 124"/>
                <a:gd name="T4" fmla="*/ 0 w 105"/>
                <a:gd name="T5" fmla="*/ 0 h 124"/>
                <a:gd name="T6" fmla="*/ 105 w 105"/>
                <a:gd name="T7" fmla="*/ 0 h 124"/>
                <a:gd name="T8" fmla="*/ 105 w 105"/>
                <a:gd name="T9" fmla="*/ 12 h 124"/>
                <a:gd name="T10" fmla="*/ 59 w 105"/>
                <a:gd name="T11" fmla="*/ 12 h 124"/>
                <a:gd name="T12" fmla="*/ 59 w 105"/>
                <a:gd name="T13" fmla="*/ 124 h 124"/>
                <a:gd name="T14" fmla="*/ 46 w 105"/>
                <a:gd name="T15" fmla="*/ 124 h 124"/>
                <a:gd name="T16" fmla="*/ 46 w 105"/>
                <a:gd name="T17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24">
                  <a:moveTo>
                    <a:pt x="46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5" y="12"/>
                  </a:lnTo>
                  <a:lnTo>
                    <a:pt x="59" y="12"/>
                  </a:lnTo>
                  <a:lnTo>
                    <a:pt x="59" y="124"/>
                  </a:lnTo>
                  <a:lnTo>
                    <a:pt x="46" y="124"/>
                  </a:lnTo>
                  <a:lnTo>
                    <a:pt x="46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AF9EBF7-B3A2-4271-86DF-AD10DFA2AC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1800" y="4197351"/>
              <a:ext cx="268287" cy="196850"/>
            </a:xfrm>
            <a:custGeom>
              <a:avLst/>
              <a:gdLst>
                <a:gd name="T0" fmla="*/ 0 w 169"/>
                <a:gd name="T1" fmla="*/ 0 h 124"/>
                <a:gd name="T2" fmla="*/ 14 w 169"/>
                <a:gd name="T3" fmla="*/ 0 h 124"/>
                <a:gd name="T4" fmla="*/ 45 w 169"/>
                <a:gd name="T5" fmla="*/ 101 h 124"/>
                <a:gd name="T6" fmla="*/ 78 w 169"/>
                <a:gd name="T7" fmla="*/ 0 h 124"/>
                <a:gd name="T8" fmla="*/ 91 w 169"/>
                <a:gd name="T9" fmla="*/ 0 h 124"/>
                <a:gd name="T10" fmla="*/ 124 w 169"/>
                <a:gd name="T11" fmla="*/ 101 h 124"/>
                <a:gd name="T12" fmla="*/ 155 w 169"/>
                <a:gd name="T13" fmla="*/ 0 h 124"/>
                <a:gd name="T14" fmla="*/ 169 w 169"/>
                <a:gd name="T15" fmla="*/ 0 h 124"/>
                <a:gd name="T16" fmla="*/ 128 w 169"/>
                <a:gd name="T17" fmla="*/ 124 h 124"/>
                <a:gd name="T18" fmla="*/ 118 w 169"/>
                <a:gd name="T19" fmla="*/ 124 h 124"/>
                <a:gd name="T20" fmla="*/ 85 w 169"/>
                <a:gd name="T21" fmla="*/ 21 h 124"/>
                <a:gd name="T22" fmla="*/ 51 w 169"/>
                <a:gd name="T23" fmla="*/ 124 h 124"/>
                <a:gd name="T24" fmla="*/ 39 w 169"/>
                <a:gd name="T25" fmla="*/ 124 h 124"/>
                <a:gd name="T26" fmla="*/ 0 w 169"/>
                <a:gd name="T2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24">
                  <a:moveTo>
                    <a:pt x="0" y="0"/>
                  </a:moveTo>
                  <a:lnTo>
                    <a:pt x="14" y="0"/>
                  </a:lnTo>
                  <a:lnTo>
                    <a:pt x="45" y="101"/>
                  </a:lnTo>
                  <a:lnTo>
                    <a:pt x="78" y="0"/>
                  </a:lnTo>
                  <a:lnTo>
                    <a:pt x="91" y="0"/>
                  </a:lnTo>
                  <a:lnTo>
                    <a:pt x="124" y="101"/>
                  </a:lnTo>
                  <a:lnTo>
                    <a:pt x="155" y="0"/>
                  </a:lnTo>
                  <a:lnTo>
                    <a:pt x="169" y="0"/>
                  </a:lnTo>
                  <a:lnTo>
                    <a:pt x="128" y="124"/>
                  </a:lnTo>
                  <a:lnTo>
                    <a:pt x="118" y="124"/>
                  </a:lnTo>
                  <a:lnTo>
                    <a:pt x="85" y="21"/>
                  </a:lnTo>
                  <a:lnTo>
                    <a:pt x="51" y="124"/>
                  </a:lnTo>
                  <a:lnTo>
                    <a:pt x="39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24863184-61D4-4BEA-A1ED-DD43027D05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27550" y="4192588"/>
              <a:ext cx="198437" cy="204788"/>
            </a:xfrm>
            <a:custGeom>
              <a:avLst/>
              <a:gdLst>
                <a:gd name="T0" fmla="*/ 0 w 83"/>
                <a:gd name="T1" fmla="*/ 43 h 85"/>
                <a:gd name="T2" fmla="*/ 42 w 83"/>
                <a:gd name="T3" fmla="*/ 0 h 85"/>
                <a:gd name="T4" fmla="*/ 83 w 83"/>
                <a:gd name="T5" fmla="*/ 43 h 85"/>
                <a:gd name="T6" fmla="*/ 42 w 83"/>
                <a:gd name="T7" fmla="*/ 85 h 85"/>
                <a:gd name="T8" fmla="*/ 0 w 83"/>
                <a:gd name="T9" fmla="*/ 43 h 85"/>
                <a:gd name="T10" fmla="*/ 74 w 83"/>
                <a:gd name="T11" fmla="*/ 43 h 85"/>
                <a:gd name="T12" fmla="*/ 42 w 83"/>
                <a:gd name="T13" fmla="*/ 9 h 85"/>
                <a:gd name="T14" fmla="*/ 9 w 83"/>
                <a:gd name="T15" fmla="*/ 43 h 85"/>
                <a:gd name="T16" fmla="*/ 42 w 83"/>
                <a:gd name="T17" fmla="*/ 77 h 85"/>
                <a:gd name="T18" fmla="*/ 74 w 83"/>
                <a:gd name="T19" fmla="*/ 4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5">
                  <a:moveTo>
                    <a:pt x="0" y="43"/>
                  </a:moveTo>
                  <a:cubicBezTo>
                    <a:pt x="0" y="13"/>
                    <a:pt x="15" y="0"/>
                    <a:pt x="42" y="0"/>
                  </a:cubicBezTo>
                  <a:cubicBezTo>
                    <a:pt x="68" y="0"/>
                    <a:pt x="83" y="13"/>
                    <a:pt x="83" y="43"/>
                  </a:cubicBezTo>
                  <a:cubicBezTo>
                    <a:pt x="83" y="72"/>
                    <a:pt x="68" y="85"/>
                    <a:pt x="42" y="85"/>
                  </a:cubicBezTo>
                  <a:cubicBezTo>
                    <a:pt x="15" y="85"/>
                    <a:pt x="0" y="72"/>
                    <a:pt x="0" y="43"/>
                  </a:cubicBezTo>
                  <a:close/>
                  <a:moveTo>
                    <a:pt x="74" y="43"/>
                  </a:moveTo>
                  <a:cubicBezTo>
                    <a:pt x="74" y="21"/>
                    <a:pt x="64" y="9"/>
                    <a:pt x="42" y="9"/>
                  </a:cubicBezTo>
                  <a:cubicBezTo>
                    <a:pt x="19" y="9"/>
                    <a:pt x="9" y="21"/>
                    <a:pt x="9" y="43"/>
                  </a:cubicBezTo>
                  <a:cubicBezTo>
                    <a:pt x="9" y="65"/>
                    <a:pt x="19" y="77"/>
                    <a:pt x="42" y="77"/>
                  </a:cubicBezTo>
                  <a:cubicBezTo>
                    <a:pt x="64" y="77"/>
                    <a:pt x="74" y="65"/>
                    <a:pt x="74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9B1F8F05-F6BC-424D-B415-1B98A4B6B1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68850" y="4197351"/>
              <a:ext cx="150812" cy="196850"/>
            </a:xfrm>
            <a:custGeom>
              <a:avLst/>
              <a:gdLst>
                <a:gd name="T0" fmla="*/ 33 w 63"/>
                <a:gd name="T1" fmla="*/ 48 h 82"/>
                <a:gd name="T2" fmla="*/ 8 w 63"/>
                <a:gd name="T3" fmla="*/ 48 h 82"/>
                <a:gd name="T4" fmla="*/ 8 w 63"/>
                <a:gd name="T5" fmla="*/ 82 h 82"/>
                <a:gd name="T6" fmla="*/ 0 w 63"/>
                <a:gd name="T7" fmla="*/ 82 h 82"/>
                <a:gd name="T8" fmla="*/ 0 w 63"/>
                <a:gd name="T9" fmla="*/ 0 h 82"/>
                <a:gd name="T10" fmla="*/ 35 w 63"/>
                <a:gd name="T11" fmla="*/ 0 h 82"/>
                <a:gd name="T12" fmla="*/ 63 w 63"/>
                <a:gd name="T13" fmla="*/ 24 h 82"/>
                <a:gd name="T14" fmla="*/ 42 w 63"/>
                <a:gd name="T15" fmla="*/ 48 h 82"/>
                <a:gd name="T16" fmla="*/ 61 w 63"/>
                <a:gd name="T17" fmla="*/ 82 h 82"/>
                <a:gd name="T18" fmla="*/ 52 w 63"/>
                <a:gd name="T19" fmla="*/ 82 h 82"/>
                <a:gd name="T20" fmla="*/ 33 w 63"/>
                <a:gd name="T21" fmla="*/ 48 h 82"/>
                <a:gd name="T22" fmla="*/ 35 w 63"/>
                <a:gd name="T23" fmla="*/ 40 h 82"/>
                <a:gd name="T24" fmla="*/ 54 w 63"/>
                <a:gd name="T25" fmla="*/ 24 h 82"/>
                <a:gd name="T26" fmla="*/ 35 w 63"/>
                <a:gd name="T27" fmla="*/ 8 h 82"/>
                <a:gd name="T28" fmla="*/ 8 w 63"/>
                <a:gd name="T29" fmla="*/ 8 h 82"/>
                <a:gd name="T30" fmla="*/ 8 w 63"/>
                <a:gd name="T31" fmla="*/ 40 h 82"/>
                <a:gd name="T32" fmla="*/ 35 w 63"/>
                <a:gd name="T33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82">
                  <a:moveTo>
                    <a:pt x="33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54" y="0"/>
                    <a:pt x="63" y="7"/>
                    <a:pt x="63" y="24"/>
                  </a:cubicBezTo>
                  <a:cubicBezTo>
                    <a:pt x="63" y="38"/>
                    <a:pt x="56" y="46"/>
                    <a:pt x="42" y="48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52" y="82"/>
                    <a:pt x="52" y="82"/>
                    <a:pt x="52" y="82"/>
                  </a:cubicBezTo>
                  <a:lnTo>
                    <a:pt x="33" y="48"/>
                  </a:lnTo>
                  <a:close/>
                  <a:moveTo>
                    <a:pt x="35" y="40"/>
                  </a:moveTo>
                  <a:cubicBezTo>
                    <a:pt x="47" y="40"/>
                    <a:pt x="54" y="37"/>
                    <a:pt x="54" y="24"/>
                  </a:cubicBezTo>
                  <a:cubicBezTo>
                    <a:pt x="54" y="11"/>
                    <a:pt x="47" y="8"/>
                    <a:pt x="3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35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0C91E9B-149C-4D99-8881-304C93DEC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2525" y="4197351"/>
              <a:ext cx="153987" cy="196850"/>
            </a:xfrm>
            <a:custGeom>
              <a:avLst/>
              <a:gdLst>
                <a:gd name="T0" fmla="*/ 38 w 97"/>
                <a:gd name="T1" fmla="*/ 57 h 124"/>
                <a:gd name="T2" fmla="*/ 14 w 97"/>
                <a:gd name="T3" fmla="*/ 85 h 124"/>
                <a:gd name="T4" fmla="*/ 14 w 97"/>
                <a:gd name="T5" fmla="*/ 124 h 124"/>
                <a:gd name="T6" fmla="*/ 0 w 97"/>
                <a:gd name="T7" fmla="*/ 124 h 124"/>
                <a:gd name="T8" fmla="*/ 0 w 97"/>
                <a:gd name="T9" fmla="*/ 0 h 124"/>
                <a:gd name="T10" fmla="*/ 14 w 97"/>
                <a:gd name="T11" fmla="*/ 0 h 124"/>
                <a:gd name="T12" fmla="*/ 14 w 97"/>
                <a:gd name="T13" fmla="*/ 68 h 124"/>
                <a:gd name="T14" fmla="*/ 76 w 97"/>
                <a:gd name="T15" fmla="*/ 0 h 124"/>
                <a:gd name="T16" fmla="*/ 91 w 97"/>
                <a:gd name="T17" fmla="*/ 0 h 124"/>
                <a:gd name="T18" fmla="*/ 47 w 97"/>
                <a:gd name="T19" fmla="*/ 48 h 124"/>
                <a:gd name="T20" fmla="*/ 97 w 97"/>
                <a:gd name="T21" fmla="*/ 124 h 124"/>
                <a:gd name="T22" fmla="*/ 82 w 97"/>
                <a:gd name="T23" fmla="*/ 124 h 124"/>
                <a:gd name="T24" fmla="*/ 38 w 97"/>
                <a:gd name="T25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24">
                  <a:moveTo>
                    <a:pt x="38" y="57"/>
                  </a:moveTo>
                  <a:lnTo>
                    <a:pt x="14" y="85"/>
                  </a:lnTo>
                  <a:lnTo>
                    <a:pt x="14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68"/>
                  </a:lnTo>
                  <a:lnTo>
                    <a:pt x="76" y="0"/>
                  </a:lnTo>
                  <a:lnTo>
                    <a:pt x="91" y="0"/>
                  </a:lnTo>
                  <a:lnTo>
                    <a:pt x="47" y="48"/>
                  </a:lnTo>
                  <a:lnTo>
                    <a:pt x="97" y="124"/>
                  </a:lnTo>
                  <a:lnTo>
                    <a:pt x="82" y="124"/>
                  </a:lnTo>
                  <a:lnTo>
                    <a:pt x="3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C31EA682-8F2F-4033-AE85-BA364C4F5B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33975" y="4192588"/>
              <a:ext cx="160337" cy="204788"/>
            </a:xfrm>
            <a:custGeom>
              <a:avLst/>
              <a:gdLst>
                <a:gd name="T0" fmla="*/ 0 w 67"/>
                <a:gd name="T1" fmla="*/ 75 h 85"/>
                <a:gd name="T2" fmla="*/ 5 w 67"/>
                <a:gd name="T3" fmla="*/ 69 h 85"/>
                <a:gd name="T4" fmla="*/ 34 w 67"/>
                <a:gd name="T5" fmla="*/ 77 h 85"/>
                <a:gd name="T6" fmla="*/ 59 w 67"/>
                <a:gd name="T7" fmla="*/ 61 h 85"/>
                <a:gd name="T8" fmla="*/ 34 w 67"/>
                <a:gd name="T9" fmla="*/ 45 h 85"/>
                <a:gd name="T10" fmla="*/ 5 w 67"/>
                <a:gd name="T11" fmla="*/ 22 h 85"/>
                <a:gd name="T12" fmla="*/ 34 w 67"/>
                <a:gd name="T13" fmla="*/ 0 h 85"/>
                <a:gd name="T14" fmla="*/ 63 w 67"/>
                <a:gd name="T15" fmla="*/ 8 h 85"/>
                <a:gd name="T16" fmla="*/ 58 w 67"/>
                <a:gd name="T17" fmla="*/ 15 h 85"/>
                <a:gd name="T18" fmla="*/ 34 w 67"/>
                <a:gd name="T19" fmla="*/ 8 h 85"/>
                <a:gd name="T20" fmla="*/ 13 w 67"/>
                <a:gd name="T21" fmla="*/ 22 h 85"/>
                <a:gd name="T22" fmla="*/ 36 w 67"/>
                <a:gd name="T23" fmla="*/ 37 h 85"/>
                <a:gd name="T24" fmla="*/ 67 w 67"/>
                <a:gd name="T25" fmla="*/ 61 h 85"/>
                <a:gd name="T26" fmla="*/ 34 w 67"/>
                <a:gd name="T27" fmla="*/ 85 h 85"/>
                <a:gd name="T28" fmla="*/ 0 w 67"/>
                <a:gd name="T29" fmla="*/ 7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85">
                  <a:moveTo>
                    <a:pt x="0" y="75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15" y="75"/>
                    <a:pt x="24" y="77"/>
                    <a:pt x="34" y="77"/>
                  </a:cubicBezTo>
                  <a:cubicBezTo>
                    <a:pt x="51" y="77"/>
                    <a:pt x="59" y="72"/>
                    <a:pt x="59" y="61"/>
                  </a:cubicBezTo>
                  <a:cubicBezTo>
                    <a:pt x="59" y="49"/>
                    <a:pt x="49" y="48"/>
                    <a:pt x="34" y="45"/>
                  </a:cubicBezTo>
                  <a:cubicBezTo>
                    <a:pt x="16" y="42"/>
                    <a:pt x="5" y="39"/>
                    <a:pt x="5" y="22"/>
                  </a:cubicBezTo>
                  <a:cubicBezTo>
                    <a:pt x="5" y="7"/>
                    <a:pt x="15" y="0"/>
                    <a:pt x="34" y="0"/>
                  </a:cubicBezTo>
                  <a:cubicBezTo>
                    <a:pt x="47" y="0"/>
                    <a:pt x="56" y="3"/>
                    <a:pt x="63" y="8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2" y="11"/>
                    <a:pt x="43" y="8"/>
                    <a:pt x="34" y="8"/>
                  </a:cubicBezTo>
                  <a:cubicBezTo>
                    <a:pt x="19" y="8"/>
                    <a:pt x="13" y="12"/>
                    <a:pt x="13" y="22"/>
                  </a:cubicBezTo>
                  <a:cubicBezTo>
                    <a:pt x="13" y="33"/>
                    <a:pt x="22" y="35"/>
                    <a:pt x="36" y="37"/>
                  </a:cubicBezTo>
                  <a:cubicBezTo>
                    <a:pt x="54" y="40"/>
                    <a:pt x="67" y="43"/>
                    <a:pt x="67" y="61"/>
                  </a:cubicBezTo>
                  <a:cubicBezTo>
                    <a:pt x="67" y="77"/>
                    <a:pt x="57" y="85"/>
                    <a:pt x="34" y="85"/>
                  </a:cubicBezTo>
                  <a:cubicBezTo>
                    <a:pt x="22" y="85"/>
                    <a:pt x="11" y="82"/>
                    <a:pt x="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89C632C-5E49-4BA9-99AA-EB80E006D8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3350" y="3379788"/>
              <a:ext cx="352425" cy="730250"/>
            </a:xfrm>
            <a:custGeom>
              <a:avLst/>
              <a:gdLst>
                <a:gd name="T0" fmla="*/ 120 w 147"/>
                <a:gd name="T1" fmla="*/ 0 h 303"/>
                <a:gd name="T2" fmla="*/ 0 w 147"/>
                <a:gd name="T3" fmla="*/ 125 h 303"/>
                <a:gd name="T4" fmla="*/ 0 w 147"/>
                <a:gd name="T5" fmla="*/ 303 h 303"/>
                <a:gd name="T6" fmla="*/ 27 w 147"/>
                <a:gd name="T7" fmla="*/ 303 h 303"/>
                <a:gd name="T8" fmla="*/ 27 w 147"/>
                <a:gd name="T9" fmla="*/ 125 h 303"/>
                <a:gd name="T10" fmla="*/ 120 w 147"/>
                <a:gd name="T11" fmla="*/ 26 h 303"/>
                <a:gd name="T12" fmla="*/ 147 w 147"/>
                <a:gd name="T13" fmla="*/ 27 h 303"/>
                <a:gd name="T14" fmla="*/ 147 w 147"/>
                <a:gd name="T15" fmla="*/ 1 h 303"/>
                <a:gd name="T16" fmla="*/ 120 w 147"/>
                <a:gd name="T17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303">
                  <a:moveTo>
                    <a:pt x="120" y="0"/>
                  </a:moveTo>
                  <a:cubicBezTo>
                    <a:pt x="5" y="0"/>
                    <a:pt x="0" y="52"/>
                    <a:pt x="0" y="125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70"/>
                    <a:pt x="25" y="26"/>
                    <a:pt x="120" y="26"/>
                  </a:cubicBezTo>
                  <a:cubicBezTo>
                    <a:pt x="130" y="26"/>
                    <a:pt x="139" y="26"/>
                    <a:pt x="147" y="27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39" y="1"/>
                    <a:pt x="130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C8916602-BD36-406B-ACE7-C9CACB6CE8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81238" y="3394076"/>
              <a:ext cx="582612" cy="730250"/>
            </a:xfrm>
            <a:custGeom>
              <a:avLst/>
              <a:gdLst>
                <a:gd name="T0" fmla="*/ 0 w 243"/>
                <a:gd name="T1" fmla="*/ 181 h 303"/>
                <a:gd name="T2" fmla="*/ 0 w 243"/>
                <a:gd name="T3" fmla="*/ 0 h 303"/>
                <a:gd name="T4" fmla="*/ 28 w 243"/>
                <a:gd name="T5" fmla="*/ 0 h 303"/>
                <a:gd name="T6" fmla="*/ 28 w 243"/>
                <a:gd name="T7" fmla="*/ 182 h 303"/>
                <a:gd name="T8" fmla="*/ 123 w 243"/>
                <a:gd name="T9" fmla="*/ 278 h 303"/>
                <a:gd name="T10" fmla="*/ 216 w 243"/>
                <a:gd name="T11" fmla="*/ 179 h 303"/>
                <a:gd name="T12" fmla="*/ 216 w 243"/>
                <a:gd name="T13" fmla="*/ 0 h 303"/>
                <a:gd name="T14" fmla="*/ 243 w 243"/>
                <a:gd name="T15" fmla="*/ 0 h 303"/>
                <a:gd name="T16" fmla="*/ 243 w 243"/>
                <a:gd name="T17" fmla="*/ 179 h 303"/>
                <a:gd name="T18" fmla="*/ 123 w 243"/>
                <a:gd name="T19" fmla="*/ 303 h 303"/>
                <a:gd name="T20" fmla="*/ 0 w 243"/>
                <a:gd name="T21" fmla="*/ 181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303">
                  <a:moveTo>
                    <a:pt x="0" y="18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82"/>
                    <a:pt x="28" y="182"/>
                    <a:pt x="28" y="182"/>
                  </a:cubicBezTo>
                  <a:cubicBezTo>
                    <a:pt x="28" y="234"/>
                    <a:pt x="27" y="278"/>
                    <a:pt x="123" y="278"/>
                  </a:cubicBezTo>
                  <a:cubicBezTo>
                    <a:pt x="218" y="278"/>
                    <a:pt x="216" y="234"/>
                    <a:pt x="216" y="179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179"/>
                    <a:pt x="243" y="179"/>
                    <a:pt x="243" y="179"/>
                  </a:cubicBezTo>
                  <a:cubicBezTo>
                    <a:pt x="243" y="252"/>
                    <a:pt x="238" y="303"/>
                    <a:pt x="123" y="303"/>
                  </a:cubicBezTo>
                  <a:cubicBezTo>
                    <a:pt x="7" y="303"/>
                    <a:pt x="0" y="252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B15909C-B863-4B91-9EFD-6A5C9A247F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73388" y="3379788"/>
              <a:ext cx="581025" cy="730250"/>
            </a:xfrm>
            <a:custGeom>
              <a:avLst/>
              <a:gdLst>
                <a:gd name="T0" fmla="*/ 242 w 242"/>
                <a:gd name="T1" fmla="*/ 122 h 303"/>
                <a:gd name="T2" fmla="*/ 242 w 242"/>
                <a:gd name="T3" fmla="*/ 303 h 303"/>
                <a:gd name="T4" fmla="*/ 215 w 242"/>
                <a:gd name="T5" fmla="*/ 303 h 303"/>
                <a:gd name="T6" fmla="*/ 215 w 242"/>
                <a:gd name="T7" fmla="*/ 122 h 303"/>
                <a:gd name="T8" fmla="*/ 120 w 242"/>
                <a:gd name="T9" fmla="*/ 26 h 303"/>
                <a:gd name="T10" fmla="*/ 27 w 242"/>
                <a:gd name="T11" fmla="*/ 125 h 303"/>
                <a:gd name="T12" fmla="*/ 27 w 242"/>
                <a:gd name="T13" fmla="*/ 303 h 303"/>
                <a:gd name="T14" fmla="*/ 0 w 242"/>
                <a:gd name="T15" fmla="*/ 303 h 303"/>
                <a:gd name="T16" fmla="*/ 0 w 242"/>
                <a:gd name="T17" fmla="*/ 125 h 303"/>
                <a:gd name="T18" fmla="*/ 120 w 242"/>
                <a:gd name="T19" fmla="*/ 0 h 303"/>
                <a:gd name="T20" fmla="*/ 242 w 242"/>
                <a:gd name="T21" fmla="*/ 12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303">
                  <a:moveTo>
                    <a:pt x="242" y="122"/>
                  </a:moveTo>
                  <a:cubicBezTo>
                    <a:pt x="242" y="303"/>
                    <a:pt x="242" y="303"/>
                    <a:pt x="242" y="303"/>
                  </a:cubicBezTo>
                  <a:cubicBezTo>
                    <a:pt x="215" y="303"/>
                    <a:pt x="215" y="303"/>
                    <a:pt x="215" y="303"/>
                  </a:cubicBezTo>
                  <a:cubicBezTo>
                    <a:pt x="215" y="122"/>
                    <a:pt x="215" y="122"/>
                    <a:pt x="215" y="122"/>
                  </a:cubicBezTo>
                  <a:cubicBezTo>
                    <a:pt x="215" y="70"/>
                    <a:pt x="215" y="26"/>
                    <a:pt x="120" y="26"/>
                  </a:cubicBezTo>
                  <a:cubicBezTo>
                    <a:pt x="25" y="26"/>
                    <a:pt x="27" y="70"/>
                    <a:pt x="27" y="125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52"/>
                    <a:pt x="5" y="0"/>
                    <a:pt x="120" y="0"/>
                  </a:cubicBezTo>
                  <a:cubicBezTo>
                    <a:pt x="235" y="0"/>
                    <a:pt x="242" y="52"/>
                    <a:pt x="242" y="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9" name="Rectangle 16">
              <a:extLst>
                <a:ext uri="{FF2B5EF4-FFF2-40B4-BE49-F238E27FC236}">
                  <a16:creationId xmlns:a16="http://schemas.microsoft.com/office/drawing/2014/main" id="{23238A1E-5709-4EAC-94B7-5F6AF848C0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76650" y="3397251"/>
              <a:ext cx="61912" cy="7127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AD4EB01E-926D-4B13-A488-A9571F8698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57625" y="3397251"/>
              <a:ext cx="573087" cy="712788"/>
            </a:xfrm>
            <a:custGeom>
              <a:avLst/>
              <a:gdLst>
                <a:gd name="T0" fmla="*/ 0 w 239"/>
                <a:gd name="T1" fmla="*/ 0 h 296"/>
                <a:gd name="T2" fmla="*/ 139 w 239"/>
                <a:gd name="T3" fmla="*/ 0 h 296"/>
                <a:gd name="T4" fmla="*/ 239 w 239"/>
                <a:gd name="T5" fmla="*/ 95 h 296"/>
                <a:gd name="T6" fmla="*/ 139 w 239"/>
                <a:gd name="T7" fmla="*/ 193 h 296"/>
                <a:gd name="T8" fmla="*/ 27 w 239"/>
                <a:gd name="T9" fmla="*/ 193 h 296"/>
                <a:gd name="T10" fmla="*/ 27 w 239"/>
                <a:gd name="T11" fmla="*/ 296 h 296"/>
                <a:gd name="T12" fmla="*/ 0 w 239"/>
                <a:gd name="T13" fmla="*/ 296 h 296"/>
                <a:gd name="T14" fmla="*/ 0 w 239"/>
                <a:gd name="T15" fmla="*/ 0 h 296"/>
                <a:gd name="T16" fmla="*/ 139 w 239"/>
                <a:gd name="T17" fmla="*/ 167 h 296"/>
                <a:gd name="T18" fmla="*/ 211 w 239"/>
                <a:gd name="T19" fmla="*/ 96 h 296"/>
                <a:gd name="T20" fmla="*/ 138 w 239"/>
                <a:gd name="T21" fmla="*/ 26 h 296"/>
                <a:gd name="T22" fmla="*/ 27 w 239"/>
                <a:gd name="T23" fmla="*/ 26 h 296"/>
                <a:gd name="T24" fmla="*/ 27 w 239"/>
                <a:gd name="T25" fmla="*/ 167 h 296"/>
                <a:gd name="T26" fmla="*/ 139 w 239"/>
                <a:gd name="T27" fmla="*/ 16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9" h="296">
                  <a:moveTo>
                    <a:pt x="0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208" y="0"/>
                    <a:pt x="239" y="34"/>
                    <a:pt x="239" y="95"/>
                  </a:cubicBezTo>
                  <a:cubicBezTo>
                    <a:pt x="239" y="156"/>
                    <a:pt x="208" y="193"/>
                    <a:pt x="139" y="193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7" y="296"/>
                    <a:pt x="27" y="296"/>
                    <a:pt x="27" y="296"/>
                  </a:cubicBezTo>
                  <a:cubicBezTo>
                    <a:pt x="0" y="296"/>
                    <a:pt x="0" y="296"/>
                    <a:pt x="0" y="296"/>
                  </a:cubicBezTo>
                  <a:lnTo>
                    <a:pt x="0" y="0"/>
                  </a:lnTo>
                  <a:close/>
                  <a:moveTo>
                    <a:pt x="139" y="167"/>
                  </a:moveTo>
                  <a:cubicBezTo>
                    <a:pt x="187" y="167"/>
                    <a:pt x="211" y="143"/>
                    <a:pt x="211" y="96"/>
                  </a:cubicBezTo>
                  <a:cubicBezTo>
                    <a:pt x="211" y="49"/>
                    <a:pt x="185" y="26"/>
                    <a:pt x="13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167"/>
                    <a:pt x="27" y="167"/>
                    <a:pt x="27" y="167"/>
                  </a:cubicBezTo>
                  <a:lnTo>
                    <a:pt x="139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1B702DAA-777C-4935-8D21-31BF0B6FE5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5325" y="3378201"/>
              <a:ext cx="614362" cy="746125"/>
            </a:xfrm>
            <a:custGeom>
              <a:avLst/>
              <a:gdLst>
                <a:gd name="T0" fmla="*/ 0 w 256"/>
                <a:gd name="T1" fmla="*/ 155 h 310"/>
                <a:gd name="T2" fmla="*/ 137 w 256"/>
                <a:gd name="T3" fmla="*/ 0 h 310"/>
                <a:gd name="T4" fmla="*/ 256 w 256"/>
                <a:gd name="T5" fmla="*/ 160 h 310"/>
                <a:gd name="T6" fmla="*/ 27 w 256"/>
                <a:gd name="T7" fmla="*/ 160 h 310"/>
                <a:gd name="T8" fmla="*/ 139 w 256"/>
                <a:gd name="T9" fmla="*/ 286 h 310"/>
                <a:gd name="T10" fmla="*/ 236 w 256"/>
                <a:gd name="T11" fmla="*/ 254 h 310"/>
                <a:gd name="T12" fmla="*/ 251 w 256"/>
                <a:gd name="T13" fmla="*/ 274 h 310"/>
                <a:gd name="T14" fmla="*/ 139 w 256"/>
                <a:gd name="T15" fmla="*/ 310 h 310"/>
                <a:gd name="T16" fmla="*/ 0 w 256"/>
                <a:gd name="T17" fmla="*/ 155 h 310"/>
                <a:gd name="T18" fmla="*/ 27 w 256"/>
                <a:gd name="T19" fmla="*/ 135 h 310"/>
                <a:gd name="T20" fmla="*/ 229 w 256"/>
                <a:gd name="T21" fmla="*/ 135 h 310"/>
                <a:gd name="T22" fmla="*/ 136 w 256"/>
                <a:gd name="T23" fmla="*/ 25 h 310"/>
                <a:gd name="T24" fmla="*/ 27 w 256"/>
                <a:gd name="T25" fmla="*/ 13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10">
                  <a:moveTo>
                    <a:pt x="0" y="155"/>
                  </a:moveTo>
                  <a:cubicBezTo>
                    <a:pt x="0" y="68"/>
                    <a:pt x="25" y="0"/>
                    <a:pt x="137" y="0"/>
                  </a:cubicBezTo>
                  <a:cubicBezTo>
                    <a:pt x="252" y="0"/>
                    <a:pt x="256" y="78"/>
                    <a:pt x="256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232"/>
                    <a:pt x="45" y="286"/>
                    <a:pt x="139" y="286"/>
                  </a:cubicBezTo>
                  <a:cubicBezTo>
                    <a:pt x="189" y="286"/>
                    <a:pt x="212" y="272"/>
                    <a:pt x="236" y="254"/>
                  </a:cubicBezTo>
                  <a:cubicBezTo>
                    <a:pt x="251" y="274"/>
                    <a:pt x="251" y="274"/>
                    <a:pt x="251" y="274"/>
                  </a:cubicBezTo>
                  <a:cubicBezTo>
                    <a:pt x="224" y="294"/>
                    <a:pt x="192" y="310"/>
                    <a:pt x="139" y="310"/>
                  </a:cubicBezTo>
                  <a:cubicBezTo>
                    <a:pt x="22" y="310"/>
                    <a:pt x="0" y="242"/>
                    <a:pt x="0" y="155"/>
                  </a:cubicBezTo>
                  <a:close/>
                  <a:moveTo>
                    <a:pt x="27" y="135"/>
                  </a:moveTo>
                  <a:cubicBezTo>
                    <a:pt x="229" y="135"/>
                    <a:pt x="229" y="135"/>
                    <a:pt x="229" y="135"/>
                  </a:cubicBezTo>
                  <a:cubicBezTo>
                    <a:pt x="226" y="76"/>
                    <a:pt x="223" y="25"/>
                    <a:pt x="136" y="25"/>
                  </a:cubicBezTo>
                  <a:cubicBezTo>
                    <a:pt x="53" y="25"/>
                    <a:pt x="30" y="70"/>
                    <a:pt x="27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0166519D-01B0-4CC3-B2C7-73505A8F7B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5788" y="3394076"/>
              <a:ext cx="312737" cy="873125"/>
            </a:xfrm>
            <a:custGeom>
              <a:avLst/>
              <a:gdLst>
                <a:gd name="T0" fmla="*/ 10 w 130"/>
                <a:gd name="T1" fmla="*/ 362 h 362"/>
                <a:gd name="T2" fmla="*/ 130 w 130"/>
                <a:gd name="T3" fmla="*/ 237 h 362"/>
                <a:gd name="T4" fmla="*/ 130 w 130"/>
                <a:gd name="T5" fmla="*/ 0 h 362"/>
                <a:gd name="T6" fmla="*/ 103 w 130"/>
                <a:gd name="T7" fmla="*/ 0 h 362"/>
                <a:gd name="T8" fmla="*/ 103 w 130"/>
                <a:gd name="T9" fmla="*/ 237 h 362"/>
                <a:gd name="T10" fmla="*/ 10 w 130"/>
                <a:gd name="T11" fmla="*/ 336 h 362"/>
                <a:gd name="T12" fmla="*/ 0 w 130"/>
                <a:gd name="T13" fmla="*/ 336 h 362"/>
                <a:gd name="T14" fmla="*/ 0 w 130"/>
                <a:gd name="T15" fmla="*/ 361 h 362"/>
                <a:gd name="T16" fmla="*/ 10 w 130"/>
                <a:gd name="T17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362">
                  <a:moveTo>
                    <a:pt x="10" y="362"/>
                  </a:moveTo>
                  <a:cubicBezTo>
                    <a:pt x="126" y="362"/>
                    <a:pt x="130" y="310"/>
                    <a:pt x="130" y="237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237"/>
                    <a:pt x="103" y="237"/>
                    <a:pt x="103" y="237"/>
                  </a:cubicBezTo>
                  <a:cubicBezTo>
                    <a:pt x="103" y="292"/>
                    <a:pt x="105" y="336"/>
                    <a:pt x="10" y="336"/>
                  </a:cubicBezTo>
                  <a:cubicBezTo>
                    <a:pt x="7" y="336"/>
                    <a:pt x="3" y="336"/>
                    <a:pt x="0" y="336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3" y="362"/>
                    <a:pt x="7" y="362"/>
                    <a:pt x="10" y="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2C25CB92-1B9A-46C4-9247-53F12660A6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373688" y="4022726"/>
              <a:ext cx="90487" cy="9207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2 h 38"/>
                <a:gd name="T12" fmla="*/ 3 w 38"/>
                <a:gd name="T13" fmla="*/ 19 h 38"/>
                <a:gd name="T14" fmla="*/ 19 w 38"/>
                <a:gd name="T15" fmla="*/ 35 h 38"/>
                <a:gd name="T16" fmla="*/ 36 w 38"/>
                <a:gd name="T17" fmla="*/ 19 h 38"/>
                <a:gd name="T18" fmla="*/ 19 w 38"/>
                <a:gd name="T1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29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29"/>
                    <a:pt x="30" y="38"/>
                    <a:pt x="19" y="38"/>
                  </a:cubicBezTo>
                  <a:close/>
                  <a:moveTo>
                    <a:pt x="19" y="2"/>
                  </a:moveTo>
                  <a:cubicBezTo>
                    <a:pt x="10" y="2"/>
                    <a:pt x="3" y="10"/>
                    <a:pt x="3" y="19"/>
                  </a:cubicBezTo>
                  <a:cubicBezTo>
                    <a:pt x="3" y="28"/>
                    <a:pt x="10" y="35"/>
                    <a:pt x="19" y="35"/>
                  </a:cubicBezTo>
                  <a:cubicBezTo>
                    <a:pt x="28" y="35"/>
                    <a:pt x="36" y="28"/>
                    <a:pt x="36" y="19"/>
                  </a:cubicBezTo>
                  <a:cubicBezTo>
                    <a:pt x="36" y="10"/>
                    <a:pt x="28" y="2"/>
                    <a:pt x="1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70F41723-9A1A-4717-BFBE-3863C240C5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2263" y="4041776"/>
              <a:ext cx="41275" cy="53975"/>
            </a:xfrm>
            <a:custGeom>
              <a:avLst/>
              <a:gdLst>
                <a:gd name="T0" fmla="*/ 8 w 17"/>
                <a:gd name="T1" fmla="*/ 13 h 22"/>
                <a:gd name="T2" fmla="*/ 2 w 17"/>
                <a:gd name="T3" fmla="*/ 13 h 22"/>
                <a:gd name="T4" fmla="*/ 2 w 17"/>
                <a:gd name="T5" fmla="*/ 22 h 22"/>
                <a:gd name="T6" fmla="*/ 0 w 17"/>
                <a:gd name="T7" fmla="*/ 22 h 22"/>
                <a:gd name="T8" fmla="*/ 0 w 17"/>
                <a:gd name="T9" fmla="*/ 0 h 22"/>
                <a:gd name="T10" fmla="*/ 9 w 17"/>
                <a:gd name="T11" fmla="*/ 0 h 22"/>
                <a:gd name="T12" fmla="*/ 17 w 17"/>
                <a:gd name="T13" fmla="*/ 7 h 22"/>
                <a:gd name="T14" fmla="*/ 12 w 17"/>
                <a:gd name="T15" fmla="*/ 13 h 22"/>
                <a:gd name="T16" fmla="*/ 16 w 17"/>
                <a:gd name="T17" fmla="*/ 22 h 22"/>
                <a:gd name="T18" fmla="*/ 13 w 17"/>
                <a:gd name="T19" fmla="*/ 22 h 22"/>
                <a:gd name="T20" fmla="*/ 8 w 17"/>
                <a:gd name="T21" fmla="*/ 13 h 22"/>
                <a:gd name="T22" fmla="*/ 9 w 17"/>
                <a:gd name="T23" fmla="*/ 11 h 22"/>
                <a:gd name="T24" fmla="*/ 14 w 17"/>
                <a:gd name="T25" fmla="*/ 7 h 22"/>
                <a:gd name="T26" fmla="*/ 9 w 17"/>
                <a:gd name="T27" fmla="*/ 3 h 22"/>
                <a:gd name="T28" fmla="*/ 2 w 17"/>
                <a:gd name="T29" fmla="*/ 3 h 22"/>
                <a:gd name="T30" fmla="*/ 2 w 17"/>
                <a:gd name="T31" fmla="*/ 11 h 22"/>
                <a:gd name="T32" fmla="*/ 9 w 17"/>
                <a:gd name="T3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22">
                  <a:moveTo>
                    <a:pt x="8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5" y="0"/>
                    <a:pt x="17" y="2"/>
                    <a:pt x="17" y="7"/>
                  </a:cubicBezTo>
                  <a:cubicBezTo>
                    <a:pt x="17" y="10"/>
                    <a:pt x="15" y="12"/>
                    <a:pt x="12" y="1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lnTo>
                    <a:pt x="8" y="13"/>
                  </a:lnTo>
                  <a:close/>
                  <a:moveTo>
                    <a:pt x="9" y="11"/>
                  </a:moveTo>
                  <a:cubicBezTo>
                    <a:pt x="12" y="11"/>
                    <a:pt x="14" y="10"/>
                    <a:pt x="14" y="7"/>
                  </a:cubicBezTo>
                  <a:cubicBezTo>
                    <a:pt x="14" y="4"/>
                    <a:pt x="12" y="3"/>
                    <a:pt x="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9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839CEA-3494-43BD-8E61-FEE6FC3D33EA}"/>
              </a:ext>
            </a:extLst>
          </p:cNvPr>
          <p:cNvCxnSpPr>
            <a:cxnSpLocks/>
          </p:cNvCxnSpPr>
          <p:nvPr userDrawn="1"/>
        </p:nvCxnSpPr>
        <p:spPr>
          <a:xfrm>
            <a:off x="6445188" y="1251074"/>
            <a:ext cx="529285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78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D6E0841-61F6-44E0-A321-DACC7510FA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6858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DF3C748-D5E2-4FB5-9576-EE213493AB87}"/>
              </a:ext>
            </a:extLst>
          </p:cNvPr>
          <p:cNvSpPr/>
          <p:nvPr userDrawn="1"/>
        </p:nvSpPr>
        <p:spPr>
          <a:xfrm>
            <a:off x="5850384" y="1"/>
            <a:ext cx="6341615" cy="6858000"/>
          </a:xfrm>
          <a:prstGeom prst="rect">
            <a:avLst/>
          </a:prstGeom>
          <a:gradFill flip="none" rotWithShape="1">
            <a:gsLst>
              <a:gs pos="54000">
                <a:srgbClr val="73992F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E1615-CF6C-418C-A2F8-8AF5B0A38D93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BDDE4-075D-4337-BEBB-166C4FA55F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11CAEDA-F13C-43B4-B3A8-D3983B7456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96E1A-46B6-441E-831F-0C83472FFC4B}"/>
              </a:ext>
            </a:extLst>
          </p:cNvPr>
          <p:cNvCxnSpPr/>
          <p:nvPr userDrawn="1"/>
        </p:nvCxnSpPr>
        <p:spPr>
          <a:xfrm>
            <a:off x="11294960" y="6596757"/>
            <a:ext cx="0" cy="1856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7C53FF-5A2C-454D-9362-097ECCE231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90032" y="2485748"/>
            <a:ext cx="5132335" cy="1074199"/>
          </a:xfrm>
        </p:spPr>
        <p:txBody>
          <a:bodyPr anchor="ctr" anchorCtr="0"/>
          <a:lstStyle>
            <a:lvl1pPr marL="0" indent="0">
              <a:spcBef>
                <a:spcPts val="1600"/>
              </a:spcBef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690016" indent="-228594">
              <a:defRPr sz="1600">
                <a:solidFill>
                  <a:schemeClr val="bg1"/>
                </a:solidFill>
              </a:defRPr>
            </a:lvl2pPr>
            <a:lvl3pPr marL="1068891" indent="-228594"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Division Slide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F16A6E-CC35-4B78-9DF5-68D095D02AFF}"/>
              </a:ext>
            </a:extLst>
          </p:cNvPr>
          <p:cNvGrpSpPr/>
          <p:nvPr userDrawn="1"/>
        </p:nvGrpSpPr>
        <p:grpSpPr>
          <a:xfrm>
            <a:off x="10324956" y="6592898"/>
            <a:ext cx="698591" cy="191911"/>
            <a:chOff x="1855788" y="3378201"/>
            <a:chExt cx="3709987" cy="1019175"/>
          </a:xfrm>
          <a:solidFill>
            <a:schemeClr val="bg2"/>
          </a:solidFill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B94135C2-0B4B-4CB5-90D9-271F82C361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6650" y="4197351"/>
              <a:ext cx="160337" cy="196850"/>
            </a:xfrm>
            <a:custGeom>
              <a:avLst/>
              <a:gdLst>
                <a:gd name="T0" fmla="*/ 0 w 101"/>
                <a:gd name="T1" fmla="*/ 0 h 124"/>
                <a:gd name="T2" fmla="*/ 13 w 101"/>
                <a:gd name="T3" fmla="*/ 0 h 124"/>
                <a:gd name="T4" fmla="*/ 87 w 101"/>
                <a:gd name="T5" fmla="*/ 101 h 124"/>
                <a:gd name="T6" fmla="*/ 87 w 101"/>
                <a:gd name="T7" fmla="*/ 0 h 124"/>
                <a:gd name="T8" fmla="*/ 101 w 101"/>
                <a:gd name="T9" fmla="*/ 0 h 124"/>
                <a:gd name="T10" fmla="*/ 101 w 101"/>
                <a:gd name="T11" fmla="*/ 124 h 124"/>
                <a:gd name="T12" fmla="*/ 89 w 101"/>
                <a:gd name="T13" fmla="*/ 124 h 124"/>
                <a:gd name="T14" fmla="*/ 12 w 101"/>
                <a:gd name="T15" fmla="*/ 18 h 124"/>
                <a:gd name="T16" fmla="*/ 12 w 101"/>
                <a:gd name="T17" fmla="*/ 124 h 124"/>
                <a:gd name="T18" fmla="*/ 0 w 101"/>
                <a:gd name="T19" fmla="*/ 124 h 124"/>
                <a:gd name="T20" fmla="*/ 0 w 101"/>
                <a:gd name="T21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124">
                  <a:moveTo>
                    <a:pt x="0" y="0"/>
                  </a:moveTo>
                  <a:lnTo>
                    <a:pt x="13" y="0"/>
                  </a:lnTo>
                  <a:lnTo>
                    <a:pt x="87" y="101"/>
                  </a:lnTo>
                  <a:lnTo>
                    <a:pt x="87" y="0"/>
                  </a:lnTo>
                  <a:lnTo>
                    <a:pt x="101" y="0"/>
                  </a:lnTo>
                  <a:lnTo>
                    <a:pt x="101" y="124"/>
                  </a:lnTo>
                  <a:lnTo>
                    <a:pt x="89" y="124"/>
                  </a:lnTo>
                  <a:lnTo>
                    <a:pt x="12" y="18"/>
                  </a:lnTo>
                  <a:lnTo>
                    <a:pt x="1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A720F58E-511B-4691-BB0C-7E9C00592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86200" y="4197351"/>
              <a:ext cx="130175" cy="196850"/>
            </a:xfrm>
            <a:custGeom>
              <a:avLst/>
              <a:gdLst>
                <a:gd name="T0" fmla="*/ 0 w 82"/>
                <a:gd name="T1" fmla="*/ 0 h 124"/>
                <a:gd name="T2" fmla="*/ 82 w 82"/>
                <a:gd name="T3" fmla="*/ 0 h 124"/>
                <a:gd name="T4" fmla="*/ 82 w 82"/>
                <a:gd name="T5" fmla="*/ 12 h 124"/>
                <a:gd name="T6" fmla="*/ 13 w 82"/>
                <a:gd name="T7" fmla="*/ 12 h 124"/>
                <a:gd name="T8" fmla="*/ 13 w 82"/>
                <a:gd name="T9" fmla="*/ 53 h 124"/>
                <a:gd name="T10" fmla="*/ 80 w 82"/>
                <a:gd name="T11" fmla="*/ 53 h 124"/>
                <a:gd name="T12" fmla="*/ 80 w 82"/>
                <a:gd name="T13" fmla="*/ 65 h 124"/>
                <a:gd name="T14" fmla="*/ 13 w 82"/>
                <a:gd name="T15" fmla="*/ 65 h 124"/>
                <a:gd name="T16" fmla="*/ 13 w 82"/>
                <a:gd name="T17" fmla="*/ 112 h 124"/>
                <a:gd name="T18" fmla="*/ 82 w 82"/>
                <a:gd name="T19" fmla="*/ 112 h 124"/>
                <a:gd name="T20" fmla="*/ 82 w 82"/>
                <a:gd name="T21" fmla="*/ 124 h 124"/>
                <a:gd name="T22" fmla="*/ 0 w 82"/>
                <a:gd name="T23" fmla="*/ 124 h 124"/>
                <a:gd name="T24" fmla="*/ 0 w 82"/>
                <a:gd name="T2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24">
                  <a:moveTo>
                    <a:pt x="0" y="0"/>
                  </a:moveTo>
                  <a:lnTo>
                    <a:pt x="82" y="0"/>
                  </a:lnTo>
                  <a:lnTo>
                    <a:pt x="82" y="12"/>
                  </a:lnTo>
                  <a:lnTo>
                    <a:pt x="13" y="12"/>
                  </a:lnTo>
                  <a:lnTo>
                    <a:pt x="13" y="53"/>
                  </a:lnTo>
                  <a:lnTo>
                    <a:pt x="80" y="53"/>
                  </a:lnTo>
                  <a:lnTo>
                    <a:pt x="80" y="65"/>
                  </a:lnTo>
                  <a:lnTo>
                    <a:pt x="13" y="65"/>
                  </a:lnTo>
                  <a:lnTo>
                    <a:pt x="13" y="112"/>
                  </a:lnTo>
                  <a:lnTo>
                    <a:pt x="82" y="112"/>
                  </a:lnTo>
                  <a:lnTo>
                    <a:pt x="8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42D7B96D-77EF-4C83-8B22-D95AEC757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8125" y="4197351"/>
              <a:ext cx="166687" cy="196850"/>
            </a:xfrm>
            <a:custGeom>
              <a:avLst/>
              <a:gdLst>
                <a:gd name="T0" fmla="*/ 46 w 105"/>
                <a:gd name="T1" fmla="*/ 12 h 124"/>
                <a:gd name="T2" fmla="*/ 0 w 105"/>
                <a:gd name="T3" fmla="*/ 12 h 124"/>
                <a:gd name="T4" fmla="*/ 0 w 105"/>
                <a:gd name="T5" fmla="*/ 0 h 124"/>
                <a:gd name="T6" fmla="*/ 105 w 105"/>
                <a:gd name="T7" fmla="*/ 0 h 124"/>
                <a:gd name="T8" fmla="*/ 105 w 105"/>
                <a:gd name="T9" fmla="*/ 12 h 124"/>
                <a:gd name="T10" fmla="*/ 59 w 105"/>
                <a:gd name="T11" fmla="*/ 12 h 124"/>
                <a:gd name="T12" fmla="*/ 59 w 105"/>
                <a:gd name="T13" fmla="*/ 124 h 124"/>
                <a:gd name="T14" fmla="*/ 46 w 105"/>
                <a:gd name="T15" fmla="*/ 124 h 124"/>
                <a:gd name="T16" fmla="*/ 46 w 105"/>
                <a:gd name="T17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24">
                  <a:moveTo>
                    <a:pt x="46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5" y="12"/>
                  </a:lnTo>
                  <a:lnTo>
                    <a:pt x="59" y="12"/>
                  </a:lnTo>
                  <a:lnTo>
                    <a:pt x="59" y="124"/>
                  </a:lnTo>
                  <a:lnTo>
                    <a:pt x="46" y="124"/>
                  </a:lnTo>
                  <a:lnTo>
                    <a:pt x="46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AF9EBF7-B3A2-4271-86DF-AD10DFA2AC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1800" y="4197351"/>
              <a:ext cx="268287" cy="196850"/>
            </a:xfrm>
            <a:custGeom>
              <a:avLst/>
              <a:gdLst>
                <a:gd name="T0" fmla="*/ 0 w 169"/>
                <a:gd name="T1" fmla="*/ 0 h 124"/>
                <a:gd name="T2" fmla="*/ 14 w 169"/>
                <a:gd name="T3" fmla="*/ 0 h 124"/>
                <a:gd name="T4" fmla="*/ 45 w 169"/>
                <a:gd name="T5" fmla="*/ 101 h 124"/>
                <a:gd name="T6" fmla="*/ 78 w 169"/>
                <a:gd name="T7" fmla="*/ 0 h 124"/>
                <a:gd name="T8" fmla="*/ 91 w 169"/>
                <a:gd name="T9" fmla="*/ 0 h 124"/>
                <a:gd name="T10" fmla="*/ 124 w 169"/>
                <a:gd name="T11" fmla="*/ 101 h 124"/>
                <a:gd name="T12" fmla="*/ 155 w 169"/>
                <a:gd name="T13" fmla="*/ 0 h 124"/>
                <a:gd name="T14" fmla="*/ 169 w 169"/>
                <a:gd name="T15" fmla="*/ 0 h 124"/>
                <a:gd name="T16" fmla="*/ 128 w 169"/>
                <a:gd name="T17" fmla="*/ 124 h 124"/>
                <a:gd name="T18" fmla="*/ 118 w 169"/>
                <a:gd name="T19" fmla="*/ 124 h 124"/>
                <a:gd name="T20" fmla="*/ 85 w 169"/>
                <a:gd name="T21" fmla="*/ 21 h 124"/>
                <a:gd name="T22" fmla="*/ 51 w 169"/>
                <a:gd name="T23" fmla="*/ 124 h 124"/>
                <a:gd name="T24" fmla="*/ 39 w 169"/>
                <a:gd name="T25" fmla="*/ 124 h 124"/>
                <a:gd name="T26" fmla="*/ 0 w 169"/>
                <a:gd name="T2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24">
                  <a:moveTo>
                    <a:pt x="0" y="0"/>
                  </a:moveTo>
                  <a:lnTo>
                    <a:pt x="14" y="0"/>
                  </a:lnTo>
                  <a:lnTo>
                    <a:pt x="45" y="101"/>
                  </a:lnTo>
                  <a:lnTo>
                    <a:pt x="78" y="0"/>
                  </a:lnTo>
                  <a:lnTo>
                    <a:pt x="91" y="0"/>
                  </a:lnTo>
                  <a:lnTo>
                    <a:pt x="124" y="101"/>
                  </a:lnTo>
                  <a:lnTo>
                    <a:pt x="155" y="0"/>
                  </a:lnTo>
                  <a:lnTo>
                    <a:pt x="169" y="0"/>
                  </a:lnTo>
                  <a:lnTo>
                    <a:pt x="128" y="124"/>
                  </a:lnTo>
                  <a:lnTo>
                    <a:pt x="118" y="124"/>
                  </a:lnTo>
                  <a:lnTo>
                    <a:pt x="85" y="21"/>
                  </a:lnTo>
                  <a:lnTo>
                    <a:pt x="51" y="124"/>
                  </a:lnTo>
                  <a:lnTo>
                    <a:pt x="39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24863184-61D4-4BEA-A1ED-DD43027D05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27550" y="4192588"/>
              <a:ext cx="198437" cy="204788"/>
            </a:xfrm>
            <a:custGeom>
              <a:avLst/>
              <a:gdLst>
                <a:gd name="T0" fmla="*/ 0 w 83"/>
                <a:gd name="T1" fmla="*/ 43 h 85"/>
                <a:gd name="T2" fmla="*/ 42 w 83"/>
                <a:gd name="T3" fmla="*/ 0 h 85"/>
                <a:gd name="T4" fmla="*/ 83 w 83"/>
                <a:gd name="T5" fmla="*/ 43 h 85"/>
                <a:gd name="T6" fmla="*/ 42 w 83"/>
                <a:gd name="T7" fmla="*/ 85 h 85"/>
                <a:gd name="T8" fmla="*/ 0 w 83"/>
                <a:gd name="T9" fmla="*/ 43 h 85"/>
                <a:gd name="T10" fmla="*/ 74 w 83"/>
                <a:gd name="T11" fmla="*/ 43 h 85"/>
                <a:gd name="T12" fmla="*/ 42 w 83"/>
                <a:gd name="T13" fmla="*/ 9 h 85"/>
                <a:gd name="T14" fmla="*/ 9 w 83"/>
                <a:gd name="T15" fmla="*/ 43 h 85"/>
                <a:gd name="T16" fmla="*/ 42 w 83"/>
                <a:gd name="T17" fmla="*/ 77 h 85"/>
                <a:gd name="T18" fmla="*/ 74 w 83"/>
                <a:gd name="T19" fmla="*/ 4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5">
                  <a:moveTo>
                    <a:pt x="0" y="43"/>
                  </a:moveTo>
                  <a:cubicBezTo>
                    <a:pt x="0" y="13"/>
                    <a:pt x="15" y="0"/>
                    <a:pt x="42" y="0"/>
                  </a:cubicBezTo>
                  <a:cubicBezTo>
                    <a:pt x="68" y="0"/>
                    <a:pt x="83" y="13"/>
                    <a:pt x="83" y="43"/>
                  </a:cubicBezTo>
                  <a:cubicBezTo>
                    <a:pt x="83" y="72"/>
                    <a:pt x="68" y="85"/>
                    <a:pt x="42" y="85"/>
                  </a:cubicBezTo>
                  <a:cubicBezTo>
                    <a:pt x="15" y="85"/>
                    <a:pt x="0" y="72"/>
                    <a:pt x="0" y="43"/>
                  </a:cubicBezTo>
                  <a:close/>
                  <a:moveTo>
                    <a:pt x="74" y="43"/>
                  </a:moveTo>
                  <a:cubicBezTo>
                    <a:pt x="74" y="21"/>
                    <a:pt x="64" y="9"/>
                    <a:pt x="42" y="9"/>
                  </a:cubicBezTo>
                  <a:cubicBezTo>
                    <a:pt x="19" y="9"/>
                    <a:pt x="9" y="21"/>
                    <a:pt x="9" y="43"/>
                  </a:cubicBezTo>
                  <a:cubicBezTo>
                    <a:pt x="9" y="65"/>
                    <a:pt x="19" y="77"/>
                    <a:pt x="42" y="77"/>
                  </a:cubicBezTo>
                  <a:cubicBezTo>
                    <a:pt x="64" y="77"/>
                    <a:pt x="74" y="65"/>
                    <a:pt x="74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9B1F8F05-F6BC-424D-B415-1B98A4B6B1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68850" y="4197351"/>
              <a:ext cx="150812" cy="196850"/>
            </a:xfrm>
            <a:custGeom>
              <a:avLst/>
              <a:gdLst>
                <a:gd name="T0" fmla="*/ 33 w 63"/>
                <a:gd name="T1" fmla="*/ 48 h 82"/>
                <a:gd name="T2" fmla="*/ 8 w 63"/>
                <a:gd name="T3" fmla="*/ 48 h 82"/>
                <a:gd name="T4" fmla="*/ 8 w 63"/>
                <a:gd name="T5" fmla="*/ 82 h 82"/>
                <a:gd name="T6" fmla="*/ 0 w 63"/>
                <a:gd name="T7" fmla="*/ 82 h 82"/>
                <a:gd name="T8" fmla="*/ 0 w 63"/>
                <a:gd name="T9" fmla="*/ 0 h 82"/>
                <a:gd name="T10" fmla="*/ 35 w 63"/>
                <a:gd name="T11" fmla="*/ 0 h 82"/>
                <a:gd name="T12" fmla="*/ 63 w 63"/>
                <a:gd name="T13" fmla="*/ 24 h 82"/>
                <a:gd name="T14" fmla="*/ 42 w 63"/>
                <a:gd name="T15" fmla="*/ 48 h 82"/>
                <a:gd name="T16" fmla="*/ 61 w 63"/>
                <a:gd name="T17" fmla="*/ 82 h 82"/>
                <a:gd name="T18" fmla="*/ 52 w 63"/>
                <a:gd name="T19" fmla="*/ 82 h 82"/>
                <a:gd name="T20" fmla="*/ 33 w 63"/>
                <a:gd name="T21" fmla="*/ 48 h 82"/>
                <a:gd name="T22" fmla="*/ 35 w 63"/>
                <a:gd name="T23" fmla="*/ 40 h 82"/>
                <a:gd name="T24" fmla="*/ 54 w 63"/>
                <a:gd name="T25" fmla="*/ 24 h 82"/>
                <a:gd name="T26" fmla="*/ 35 w 63"/>
                <a:gd name="T27" fmla="*/ 8 h 82"/>
                <a:gd name="T28" fmla="*/ 8 w 63"/>
                <a:gd name="T29" fmla="*/ 8 h 82"/>
                <a:gd name="T30" fmla="*/ 8 w 63"/>
                <a:gd name="T31" fmla="*/ 40 h 82"/>
                <a:gd name="T32" fmla="*/ 35 w 63"/>
                <a:gd name="T33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82">
                  <a:moveTo>
                    <a:pt x="33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54" y="0"/>
                    <a:pt x="63" y="7"/>
                    <a:pt x="63" y="24"/>
                  </a:cubicBezTo>
                  <a:cubicBezTo>
                    <a:pt x="63" y="38"/>
                    <a:pt x="56" y="46"/>
                    <a:pt x="42" y="48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52" y="82"/>
                    <a:pt x="52" y="82"/>
                    <a:pt x="52" y="82"/>
                  </a:cubicBezTo>
                  <a:lnTo>
                    <a:pt x="33" y="48"/>
                  </a:lnTo>
                  <a:close/>
                  <a:moveTo>
                    <a:pt x="35" y="40"/>
                  </a:moveTo>
                  <a:cubicBezTo>
                    <a:pt x="47" y="40"/>
                    <a:pt x="54" y="37"/>
                    <a:pt x="54" y="24"/>
                  </a:cubicBezTo>
                  <a:cubicBezTo>
                    <a:pt x="54" y="11"/>
                    <a:pt x="47" y="8"/>
                    <a:pt x="3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35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0C91E9B-149C-4D99-8881-304C93DEC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2525" y="4197351"/>
              <a:ext cx="153987" cy="196850"/>
            </a:xfrm>
            <a:custGeom>
              <a:avLst/>
              <a:gdLst>
                <a:gd name="T0" fmla="*/ 38 w 97"/>
                <a:gd name="T1" fmla="*/ 57 h 124"/>
                <a:gd name="T2" fmla="*/ 14 w 97"/>
                <a:gd name="T3" fmla="*/ 85 h 124"/>
                <a:gd name="T4" fmla="*/ 14 w 97"/>
                <a:gd name="T5" fmla="*/ 124 h 124"/>
                <a:gd name="T6" fmla="*/ 0 w 97"/>
                <a:gd name="T7" fmla="*/ 124 h 124"/>
                <a:gd name="T8" fmla="*/ 0 w 97"/>
                <a:gd name="T9" fmla="*/ 0 h 124"/>
                <a:gd name="T10" fmla="*/ 14 w 97"/>
                <a:gd name="T11" fmla="*/ 0 h 124"/>
                <a:gd name="T12" fmla="*/ 14 w 97"/>
                <a:gd name="T13" fmla="*/ 68 h 124"/>
                <a:gd name="T14" fmla="*/ 76 w 97"/>
                <a:gd name="T15" fmla="*/ 0 h 124"/>
                <a:gd name="T16" fmla="*/ 91 w 97"/>
                <a:gd name="T17" fmla="*/ 0 h 124"/>
                <a:gd name="T18" fmla="*/ 47 w 97"/>
                <a:gd name="T19" fmla="*/ 48 h 124"/>
                <a:gd name="T20" fmla="*/ 97 w 97"/>
                <a:gd name="T21" fmla="*/ 124 h 124"/>
                <a:gd name="T22" fmla="*/ 82 w 97"/>
                <a:gd name="T23" fmla="*/ 124 h 124"/>
                <a:gd name="T24" fmla="*/ 38 w 97"/>
                <a:gd name="T25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24">
                  <a:moveTo>
                    <a:pt x="38" y="57"/>
                  </a:moveTo>
                  <a:lnTo>
                    <a:pt x="14" y="85"/>
                  </a:lnTo>
                  <a:lnTo>
                    <a:pt x="14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68"/>
                  </a:lnTo>
                  <a:lnTo>
                    <a:pt x="76" y="0"/>
                  </a:lnTo>
                  <a:lnTo>
                    <a:pt x="91" y="0"/>
                  </a:lnTo>
                  <a:lnTo>
                    <a:pt x="47" y="48"/>
                  </a:lnTo>
                  <a:lnTo>
                    <a:pt x="97" y="124"/>
                  </a:lnTo>
                  <a:lnTo>
                    <a:pt x="82" y="124"/>
                  </a:lnTo>
                  <a:lnTo>
                    <a:pt x="3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C31EA682-8F2F-4033-AE85-BA364C4F5B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33975" y="4192588"/>
              <a:ext cx="160337" cy="204788"/>
            </a:xfrm>
            <a:custGeom>
              <a:avLst/>
              <a:gdLst>
                <a:gd name="T0" fmla="*/ 0 w 67"/>
                <a:gd name="T1" fmla="*/ 75 h 85"/>
                <a:gd name="T2" fmla="*/ 5 w 67"/>
                <a:gd name="T3" fmla="*/ 69 h 85"/>
                <a:gd name="T4" fmla="*/ 34 w 67"/>
                <a:gd name="T5" fmla="*/ 77 h 85"/>
                <a:gd name="T6" fmla="*/ 59 w 67"/>
                <a:gd name="T7" fmla="*/ 61 h 85"/>
                <a:gd name="T8" fmla="*/ 34 w 67"/>
                <a:gd name="T9" fmla="*/ 45 h 85"/>
                <a:gd name="T10" fmla="*/ 5 w 67"/>
                <a:gd name="T11" fmla="*/ 22 h 85"/>
                <a:gd name="T12" fmla="*/ 34 w 67"/>
                <a:gd name="T13" fmla="*/ 0 h 85"/>
                <a:gd name="T14" fmla="*/ 63 w 67"/>
                <a:gd name="T15" fmla="*/ 8 h 85"/>
                <a:gd name="T16" fmla="*/ 58 w 67"/>
                <a:gd name="T17" fmla="*/ 15 h 85"/>
                <a:gd name="T18" fmla="*/ 34 w 67"/>
                <a:gd name="T19" fmla="*/ 8 h 85"/>
                <a:gd name="T20" fmla="*/ 13 w 67"/>
                <a:gd name="T21" fmla="*/ 22 h 85"/>
                <a:gd name="T22" fmla="*/ 36 w 67"/>
                <a:gd name="T23" fmla="*/ 37 h 85"/>
                <a:gd name="T24" fmla="*/ 67 w 67"/>
                <a:gd name="T25" fmla="*/ 61 h 85"/>
                <a:gd name="T26" fmla="*/ 34 w 67"/>
                <a:gd name="T27" fmla="*/ 85 h 85"/>
                <a:gd name="T28" fmla="*/ 0 w 67"/>
                <a:gd name="T29" fmla="*/ 7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85">
                  <a:moveTo>
                    <a:pt x="0" y="75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15" y="75"/>
                    <a:pt x="24" y="77"/>
                    <a:pt x="34" y="77"/>
                  </a:cubicBezTo>
                  <a:cubicBezTo>
                    <a:pt x="51" y="77"/>
                    <a:pt x="59" y="72"/>
                    <a:pt x="59" y="61"/>
                  </a:cubicBezTo>
                  <a:cubicBezTo>
                    <a:pt x="59" y="49"/>
                    <a:pt x="49" y="48"/>
                    <a:pt x="34" y="45"/>
                  </a:cubicBezTo>
                  <a:cubicBezTo>
                    <a:pt x="16" y="42"/>
                    <a:pt x="5" y="39"/>
                    <a:pt x="5" y="22"/>
                  </a:cubicBezTo>
                  <a:cubicBezTo>
                    <a:pt x="5" y="7"/>
                    <a:pt x="15" y="0"/>
                    <a:pt x="34" y="0"/>
                  </a:cubicBezTo>
                  <a:cubicBezTo>
                    <a:pt x="47" y="0"/>
                    <a:pt x="56" y="3"/>
                    <a:pt x="63" y="8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2" y="11"/>
                    <a:pt x="43" y="8"/>
                    <a:pt x="34" y="8"/>
                  </a:cubicBezTo>
                  <a:cubicBezTo>
                    <a:pt x="19" y="8"/>
                    <a:pt x="13" y="12"/>
                    <a:pt x="13" y="22"/>
                  </a:cubicBezTo>
                  <a:cubicBezTo>
                    <a:pt x="13" y="33"/>
                    <a:pt x="22" y="35"/>
                    <a:pt x="36" y="37"/>
                  </a:cubicBezTo>
                  <a:cubicBezTo>
                    <a:pt x="54" y="40"/>
                    <a:pt x="67" y="43"/>
                    <a:pt x="67" y="61"/>
                  </a:cubicBezTo>
                  <a:cubicBezTo>
                    <a:pt x="67" y="77"/>
                    <a:pt x="57" y="85"/>
                    <a:pt x="34" y="85"/>
                  </a:cubicBezTo>
                  <a:cubicBezTo>
                    <a:pt x="22" y="85"/>
                    <a:pt x="11" y="82"/>
                    <a:pt x="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89C632C-5E49-4BA9-99AA-EB80E006D8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3350" y="3379788"/>
              <a:ext cx="352425" cy="730250"/>
            </a:xfrm>
            <a:custGeom>
              <a:avLst/>
              <a:gdLst>
                <a:gd name="T0" fmla="*/ 120 w 147"/>
                <a:gd name="T1" fmla="*/ 0 h 303"/>
                <a:gd name="T2" fmla="*/ 0 w 147"/>
                <a:gd name="T3" fmla="*/ 125 h 303"/>
                <a:gd name="T4" fmla="*/ 0 w 147"/>
                <a:gd name="T5" fmla="*/ 303 h 303"/>
                <a:gd name="T6" fmla="*/ 27 w 147"/>
                <a:gd name="T7" fmla="*/ 303 h 303"/>
                <a:gd name="T8" fmla="*/ 27 w 147"/>
                <a:gd name="T9" fmla="*/ 125 h 303"/>
                <a:gd name="T10" fmla="*/ 120 w 147"/>
                <a:gd name="T11" fmla="*/ 26 h 303"/>
                <a:gd name="T12" fmla="*/ 147 w 147"/>
                <a:gd name="T13" fmla="*/ 27 h 303"/>
                <a:gd name="T14" fmla="*/ 147 w 147"/>
                <a:gd name="T15" fmla="*/ 1 h 303"/>
                <a:gd name="T16" fmla="*/ 120 w 147"/>
                <a:gd name="T17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303">
                  <a:moveTo>
                    <a:pt x="120" y="0"/>
                  </a:moveTo>
                  <a:cubicBezTo>
                    <a:pt x="5" y="0"/>
                    <a:pt x="0" y="52"/>
                    <a:pt x="0" y="125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70"/>
                    <a:pt x="25" y="26"/>
                    <a:pt x="120" y="26"/>
                  </a:cubicBezTo>
                  <a:cubicBezTo>
                    <a:pt x="130" y="26"/>
                    <a:pt x="139" y="26"/>
                    <a:pt x="147" y="27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39" y="1"/>
                    <a:pt x="130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C8916602-BD36-406B-ACE7-C9CACB6CE8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81238" y="3394076"/>
              <a:ext cx="582612" cy="730250"/>
            </a:xfrm>
            <a:custGeom>
              <a:avLst/>
              <a:gdLst>
                <a:gd name="T0" fmla="*/ 0 w 243"/>
                <a:gd name="T1" fmla="*/ 181 h 303"/>
                <a:gd name="T2" fmla="*/ 0 w 243"/>
                <a:gd name="T3" fmla="*/ 0 h 303"/>
                <a:gd name="T4" fmla="*/ 28 w 243"/>
                <a:gd name="T5" fmla="*/ 0 h 303"/>
                <a:gd name="T6" fmla="*/ 28 w 243"/>
                <a:gd name="T7" fmla="*/ 182 h 303"/>
                <a:gd name="T8" fmla="*/ 123 w 243"/>
                <a:gd name="T9" fmla="*/ 278 h 303"/>
                <a:gd name="T10" fmla="*/ 216 w 243"/>
                <a:gd name="T11" fmla="*/ 179 h 303"/>
                <a:gd name="T12" fmla="*/ 216 w 243"/>
                <a:gd name="T13" fmla="*/ 0 h 303"/>
                <a:gd name="T14" fmla="*/ 243 w 243"/>
                <a:gd name="T15" fmla="*/ 0 h 303"/>
                <a:gd name="T16" fmla="*/ 243 w 243"/>
                <a:gd name="T17" fmla="*/ 179 h 303"/>
                <a:gd name="T18" fmla="*/ 123 w 243"/>
                <a:gd name="T19" fmla="*/ 303 h 303"/>
                <a:gd name="T20" fmla="*/ 0 w 243"/>
                <a:gd name="T21" fmla="*/ 181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303">
                  <a:moveTo>
                    <a:pt x="0" y="18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82"/>
                    <a:pt x="28" y="182"/>
                    <a:pt x="28" y="182"/>
                  </a:cubicBezTo>
                  <a:cubicBezTo>
                    <a:pt x="28" y="234"/>
                    <a:pt x="27" y="278"/>
                    <a:pt x="123" y="278"/>
                  </a:cubicBezTo>
                  <a:cubicBezTo>
                    <a:pt x="218" y="278"/>
                    <a:pt x="216" y="234"/>
                    <a:pt x="216" y="179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179"/>
                    <a:pt x="243" y="179"/>
                    <a:pt x="243" y="179"/>
                  </a:cubicBezTo>
                  <a:cubicBezTo>
                    <a:pt x="243" y="252"/>
                    <a:pt x="238" y="303"/>
                    <a:pt x="123" y="303"/>
                  </a:cubicBezTo>
                  <a:cubicBezTo>
                    <a:pt x="7" y="303"/>
                    <a:pt x="0" y="252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B15909C-B863-4B91-9EFD-6A5C9A247F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73388" y="3379788"/>
              <a:ext cx="581025" cy="730250"/>
            </a:xfrm>
            <a:custGeom>
              <a:avLst/>
              <a:gdLst>
                <a:gd name="T0" fmla="*/ 242 w 242"/>
                <a:gd name="T1" fmla="*/ 122 h 303"/>
                <a:gd name="T2" fmla="*/ 242 w 242"/>
                <a:gd name="T3" fmla="*/ 303 h 303"/>
                <a:gd name="T4" fmla="*/ 215 w 242"/>
                <a:gd name="T5" fmla="*/ 303 h 303"/>
                <a:gd name="T6" fmla="*/ 215 w 242"/>
                <a:gd name="T7" fmla="*/ 122 h 303"/>
                <a:gd name="T8" fmla="*/ 120 w 242"/>
                <a:gd name="T9" fmla="*/ 26 h 303"/>
                <a:gd name="T10" fmla="*/ 27 w 242"/>
                <a:gd name="T11" fmla="*/ 125 h 303"/>
                <a:gd name="T12" fmla="*/ 27 w 242"/>
                <a:gd name="T13" fmla="*/ 303 h 303"/>
                <a:gd name="T14" fmla="*/ 0 w 242"/>
                <a:gd name="T15" fmla="*/ 303 h 303"/>
                <a:gd name="T16" fmla="*/ 0 w 242"/>
                <a:gd name="T17" fmla="*/ 125 h 303"/>
                <a:gd name="T18" fmla="*/ 120 w 242"/>
                <a:gd name="T19" fmla="*/ 0 h 303"/>
                <a:gd name="T20" fmla="*/ 242 w 242"/>
                <a:gd name="T21" fmla="*/ 12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303">
                  <a:moveTo>
                    <a:pt x="242" y="122"/>
                  </a:moveTo>
                  <a:cubicBezTo>
                    <a:pt x="242" y="303"/>
                    <a:pt x="242" y="303"/>
                    <a:pt x="242" y="303"/>
                  </a:cubicBezTo>
                  <a:cubicBezTo>
                    <a:pt x="215" y="303"/>
                    <a:pt x="215" y="303"/>
                    <a:pt x="215" y="303"/>
                  </a:cubicBezTo>
                  <a:cubicBezTo>
                    <a:pt x="215" y="122"/>
                    <a:pt x="215" y="122"/>
                    <a:pt x="215" y="122"/>
                  </a:cubicBezTo>
                  <a:cubicBezTo>
                    <a:pt x="215" y="70"/>
                    <a:pt x="215" y="26"/>
                    <a:pt x="120" y="26"/>
                  </a:cubicBezTo>
                  <a:cubicBezTo>
                    <a:pt x="25" y="26"/>
                    <a:pt x="27" y="70"/>
                    <a:pt x="27" y="125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52"/>
                    <a:pt x="5" y="0"/>
                    <a:pt x="120" y="0"/>
                  </a:cubicBezTo>
                  <a:cubicBezTo>
                    <a:pt x="235" y="0"/>
                    <a:pt x="242" y="52"/>
                    <a:pt x="242" y="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9" name="Rectangle 16">
              <a:extLst>
                <a:ext uri="{FF2B5EF4-FFF2-40B4-BE49-F238E27FC236}">
                  <a16:creationId xmlns:a16="http://schemas.microsoft.com/office/drawing/2014/main" id="{23238A1E-5709-4EAC-94B7-5F6AF848C0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76650" y="3397251"/>
              <a:ext cx="61912" cy="7127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AD4EB01E-926D-4B13-A488-A9571F8698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57625" y="3397251"/>
              <a:ext cx="573087" cy="712788"/>
            </a:xfrm>
            <a:custGeom>
              <a:avLst/>
              <a:gdLst>
                <a:gd name="T0" fmla="*/ 0 w 239"/>
                <a:gd name="T1" fmla="*/ 0 h 296"/>
                <a:gd name="T2" fmla="*/ 139 w 239"/>
                <a:gd name="T3" fmla="*/ 0 h 296"/>
                <a:gd name="T4" fmla="*/ 239 w 239"/>
                <a:gd name="T5" fmla="*/ 95 h 296"/>
                <a:gd name="T6" fmla="*/ 139 w 239"/>
                <a:gd name="T7" fmla="*/ 193 h 296"/>
                <a:gd name="T8" fmla="*/ 27 w 239"/>
                <a:gd name="T9" fmla="*/ 193 h 296"/>
                <a:gd name="T10" fmla="*/ 27 w 239"/>
                <a:gd name="T11" fmla="*/ 296 h 296"/>
                <a:gd name="T12" fmla="*/ 0 w 239"/>
                <a:gd name="T13" fmla="*/ 296 h 296"/>
                <a:gd name="T14" fmla="*/ 0 w 239"/>
                <a:gd name="T15" fmla="*/ 0 h 296"/>
                <a:gd name="T16" fmla="*/ 139 w 239"/>
                <a:gd name="T17" fmla="*/ 167 h 296"/>
                <a:gd name="T18" fmla="*/ 211 w 239"/>
                <a:gd name="T19" fmla="*/ 96 h 296"/>
                <a:gd name="T20" fmla="*/ 138 w 239"/>
                <a:gd name="T21" fmla="*/ 26 h 296"/>
                <a:gd name="T22" fmla="*/ 27 w 239"/>
                <a:gd name="T23" fmla="*/ 26 h 296"/>
                <a:gd name="T24" fmla="*/ 27 w 239"/>
                <a:gd name="T25" fmla="*/ 167 h 296"/>
                <a:gd name="T26" fmla="*/ 139 w 239"/>
                <a:gd name="T27" fmla="*/ 16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9" h="296">
                  <a:moveTo>
                    <a:pt x="0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208" y="0"/>
                    <a:pt x="239" y="34"/>
                    <a:pt x="239" y="95"/>
                  </a:cubicBezTo>
                  <a:cubicBezTo>
                    <a:pt x="239" y="156"/>
                    <a:pt x="208" y="193"/>
                    <a:pt x="139" y="193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7" y="296"/>
                    <a:pt x="27" y="296"/>
                    <a:pt x="27" y="296"/>
                  </a:cubicBezTo>
                  <a:cubicBezTo>
                    <a:pt x="0" y="296"/>
                    <a:pt x="0" y="296"/>
                    <a:pt x="0" y="296"/>
                  </a:cubicBezTo>
                  <a:lnTo>
                    <a:pt x="0" y="0"/>
                  </a:lnTo>
                  <a:close/>
                  <a:moveTo>
                    <a:pt x="139" y="167"/>
                  </a:moveTo>
                  <a:cubicBezTo>
                    <a:pt x="187" y="167"/>
                    <a:pt x="211" y="143"/>
                    <a:pt x="211" y="96"/>
                  </a:cubicBezTo>
                  <a:cubicBezTo>
                    <a:pt x="211" y="49"/>
                    <a:pt x="185" y="26"/>
                    <a:pt x="13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167"/>
                    <a:pt x="27" y="167"/>
                    <a:pt x="27" y="167"/>
                  </a:cubicBezTo>
                  <a:lnTo>
                    <a:pt x="139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1B702DAA-777C-4935-8D21-31BF0B6FE5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5325" y="3378201"/>
              <a:ext cx="614362" cy="746125"/>
            </a:xfrm>
            <a:custGeom>
              <a:avLst/>
              <a:gdLst>
                <a:gd name="T0" fmla="*/ 0 w 256"/>
                <a:gd name="T1" fmla="*/ 155 h 310"/>
                <a:gd name="T2" fmla="*/ 137 w 256"/>
                <a:gd name="T3" fmla="*/ 0 h 310"/>
                <a:gd name="T4" fmla="*/ 256 w 256"/>
                <a:gd name="T5" fmla="*/ 160 h 310"/>
                <a:gd name="T6" fmla="*/ 27 w 256"/>
                <a:gd name="T7" fmla="*/ 160 h 310"/>
                <a:gd name="T8" fmla="*/ 139 w 256"/>
                <a:gd name="T9" fmla="*/ 286 h 310"/>
                <a:gd name="T10" fmla="*/ 236 w 256"/>
                <a:gd name="T11" fmla="*/ 254 h 310"/>
                <a:gd name="T12" fmla="*/ 251 w 256"/>
                <a:gd name="T13" fmla="*/ 274 h 310"/>
                <a:gd name="T14" fmla="*/ 139 w 256"/>
                <a:gd name="T15" fmla="*/ 310 h 310"/>
                <a:gd name="T16" fmla="*/ 0 w 256"/>
                <a:gd name="T17" fmla="*/ 155 h 310"/>
                <a:gd name="T18" fmla="*/ 27 w 256"/>
                <a:gd name="T19" fmla="*/ 135 h 310"/>
                <a:gd name="T20" fmla="*/ 229 w 256"/>
                <a:gd name="T21" fmla="*/ 135 h 310"/>
                <a:gd name="T22" fmla="*/ 136 w 256"/>
                <a:gd name="T23" fmla="*/ 25 h 310"/>
                <a:gd name="T24" fmla="*/ 27 w 256"/>
                <a:gd name="T25" fmla="*/ 13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10">
                  <a:moveTo>
                    <a:pt x="0" y="155"/>
                  </a:moveTo>
                  <a:cubicBezTo>
                    <a:pt x="0" y="68"/>
                    <a:pt x="25" y="0"/>
                    <a:pt x="137" y="0"/>
                  </a:cubicBezTo>
                  <a:cubicBezTo>
                    <a:pt x="252" y="0"/>
                    <a:pt x="256" y="78"/>
                    <a:pt x="256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232"/>
                    <a:pt x="45" y="286"/>
                    <a:pt x="139" y="286"/>
                  </a:cubicBezTo>
                  <a:cubicBezTo>
                    <a:pt x="189" y="286"/>
                    <a:pt x="212" y="272"/>
                    <a:pt x="236" y="254"/>
                  </a:cubicBezTo>
                  <a:cubicBezTo>
                    <a:pt x="251" y="274"/>
                    <a:pt x="251" y="274"/>
                    <a:pt x="251" y="274"/>
                  </a:cubicBezTo>
                  <a:cubicBezTo>
                    <a:pt x="224" y="294"/>
                    <a:pt x="192" y="310"/>
                    <a:pt x="139" y="310"/>
                  </a:cubicBezTo>
                  <a:cubicBezTo>
                    <a:pt x="22" y="310"/>
                    <a:pt x="0" y="242"/>
                    <a:pt x="0" y="155"/>
                  </a:cubicBezTo>
                  <a:close/>
                  <a:moveTo>
                    <a:pt x="27" y="135"/>
                  </a:moveTo>
                  <a:cubicBezTo>
                    <a:pt x="229" y="135"/>
                    <a:pt x="229" y="135"/>
                    <a:pt x="229" y="135"/>
                  </a:cubicBezTo>
                  <a:cubicBezTo>
                    <a:pt x="226" y="76"/>
                    <a:pt x="223" y="25"/>
                    <a:pt x="136" y="25"/>
                  </a:cubicBezTo>
                  <a:cubicBezTo>
                    <a:pt x="53" y="25"/>
                    <a:pt x="30" y="70"/>
                    <a:pt x="27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0166519D-01B0-4CC3-B2C7-73505A8F7B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5788" y="3394076"/>
              <a:ext cx="312737" cy="873125"/>
            </a:xfrm>
            <a:custGeom>
              <a:avLst/>
              <a:gdLst>
                <a:gd name="T0" fmla="*/ 10 w 130"/>
                <a:gd name="T1" fmla="*/ 362 h 362"/>
                <a:gd name="T2" fmla="*/ 130 w 130"/>
                <a:gd name="T3" fmla="*/ 237 h 362"/>
                <a:gd name="T4" fmla="*/ 130 w 130"/>
                <a:gd name="T5" fmla="*/ 0 h 362"/>
                <a:gd name="T6" fmla="*/ 103 w 130"/>
                <a:gd name="T7" fmla="*/ 0 h 362"/>
                <a:gd name="T8" fmla="*/ 103 w 130"/>
                <a:gd name="T9" fmla="*/ 237 h 362"/>
                <a:gd name="T10" fmla="*/ 10 w 130"/>
                <a:gd name="T11" fmla="*/ 336 h 362"/>
                <a:gd name="T12" fmla="*/ 0 w 130"/>
                <a:gd name="T13" fmla="*/ 336 h 362"/>
                <a:gd name="T14" fmla="*/ 0 w 130"/>
                <a:gd name="T15" fmla="*/ 361 h 362"/>
                <a:gd name="T16" fmla="*/ 10 w 130"/>
                <a:gd name="T17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362">
                  <a:moveTo>
                    <a:pt x="10" y="362"/>
                  </a:moveTo>
                  <a:cubicBezTo>
                    <a:pt x="126" y="362"/>
                    <a:pt x="130" y="310"/>
                    <a:pt x="130" y="237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237"/>
                    <a:pt x="103" y="237"/>
                    <a:pt x="103" y="237"/>
                  </a:cubicBezTo>
                  <a:cubicBezTo>
                    <a:pt x="103" y="292"/>
                    <a:pt x="105" y="336"/>
                    <a:pt x="10" y="336"/>
                  </a:cubicBezTo>
                  <a:cubicBezTo>
                    <a:pt x="7" y="336"/>
                    <a:pt x="3" y="336"/>
                    <a:pt x="0" y="336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3" y="362"/>
                    <a:pt x="7" y="362"/>
                    <a:pt x="10" y="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2C25CB92-1B9A-46C4-9247-53F12660A6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373688" y="4022726"/>
              <a:ext cx="90487" cy="9207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2 h 38"/>
                <a:gd name="T12" fmla="*/ 3 w 38"/>
                <a:gd name="T13" fmla="*/ 19 h 38"/>
                <a:gd name="T14" fmla="*/ 19 w 38"/>
                <a:gd name="T15" fmla="*/ 35 h 38"/>
                <a:gd name="T16" fmla="*/ 36 w 38"/>
                <a:gd name="T17" fmla="*/ 19 h 38"/>
                <a:gd name="T18" fmla="*/ 19 w 38"/>
                <a:gd name="T1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29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29"/>
                    <a:pt x="30" y="38"/>
                    <a:pt x="19" y="38"/>
                  </a:cubicBezTo>
                  <a:close/>
                  <a:moveTo>
                    <a:pt x="19" y="2"/>
                  </a:moveTo>
                  <a:cubicBezTo>
                    <a:pt x="10" y="2"/>
                    <a:pt x="3" y="10"/>
                    <a:pt x="3" y="19"/>
                  </a:cubicBezTo>
                  <a:cubicBezTo>
                    <a:pt x="3" y="28"/>
                    <a:pt x="10" y="35"/>
                    <a:pt x="19" y="35"/>
                  </a:cubicBezTo>
                  <a:cubicBezTo>
                    <a:pt x="28" y="35"/>
                    <a:pt x="36" y="28"/>
                    <a:pt x="36" y="19"/>
                  </a:cubicBezTo>
                  <a:cubicBezTo>
                    <a:pt x="36" y="10"/>
                    <a:pt x="28" y="2"/>
                    <a:pt x="1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70F41723-9A1A-4717-BFBE-3863C240C5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2263" y="4041776"/>
              <a:ext cx="41275" cy="53975"/>
            </a:xfrm>
            <a:custGeom>
              <a:avLst/>
              <a:gdLst>
                <a:gd name="T0" fmla="*/ 8 w 17"/>
                <a:gd name="T1" fmla="*/ 13 h 22"/>
                <a:gd name="T2" fmla="*/ 2 w 17"/>
                <a:gd name="T3" fmla="*/ 13 h 22"/>
                <a:gd name="T4" fmla="*/ 2 w 17"/>
                <a:gd name="T5" fmla="*/ 22 h 22"/>
                <a:gd name="T6" fmla="*/ 0 w 17"/>
                <a:gd name="T7" fmla="*/ 22 h 22"/>
                <a:gd name="T8" fmla="*/ 0 w 17"/>
                <a:gd name="T9" fmla="*/ 0 h 22"/>
                <a:gd name="T10" fmla="*/ 9 w 17"/>
                <a:gd name="T11" fmla="*/ 0 h 22"/>
                <a:gd name="T12" fmla="*/ 17 w 17"/>
                <a:gd name="T13" fmla="*/ 7 h 22"/>
                <a:gd name="T14" fmla="*/ 12 w 17"/>
                <a:gd name="T15" fmla="*/ 13 h 22"/>
                <a:gd name="T16" fmla="*/ 16 w 17"/>
                <a:gd name="T17" fmla="*/ 22 h 22"/>
                <a:gd name="T18" fmla="*/ 13 w 17"/>
                <a:gd name="T19" fmla="*/ 22 h 22"/>
                <a:gd name="T20" fmla="*/ 8 w 17"/>
                <a:gd name="T21" fmla="*/ 13 h 22"/>
                <a:gd name="T22" fmla="*/ 9 w 17"/>
                <a:gd name="T23" fmla="*/ 11 h 22"/>
                <a:gd name="T24" fmla="*/ 14 w 17"/>
                <a:gd name="T25" fmla="*/ 7 h 22"/>
                <a:gd name="T26" fmla="*/ 9 w 17"/>
                <a:gd name="T27" fmla="*/ 3 h 22"/>
                <a:gd name="T28" fmla="*/ 2 w 17"/>
                <a:gd name="T29" fmla="*/ 3 h 22"/>
                <a:gd name="T30" fmla="*/ 2 w 17"/>
                <a:gd name="T31" fmla="*/ 11 h 22"/>
                <a:gd name="T32" fmla="*/ 9 w 17"/>
                <a:gd name="T3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22">
                  <a:moveTo>
                    <a:pt x="8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5" y="0"/>
                    <a:pt x="17" y="2"/>
                    <a:pt x="17" y="7"/>
                  </a:cubicBezTo>
                  <a:cubicBezTo>
                    <a:pt x="17" y="10"/>
                    <a:pt x="15" y="12"/>
                    <a:pt x="12" y="1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lnTo>
                    <a:pt x="8" y="13"/>
                  </a:lnTo>
                  <a:close/>
                  <a:moveTo>
                    <a:pt x="9" y="11"/>
                  </a:moveTo>
                  <a:cubicBezTo>
                    <a:pt x="12" y="11"/>
                    <a:pt x="14" y="10"/>
                    <a:pt x="14" y="7"/>
                  </a:cubicBezTo>
                  <a:cubicBezTo>
                    <a:pt x="14" y="4"/>
                    <a:pt x="12" y="3"/>
                    <a:pt x="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9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86083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E21C324-EF97-44D3-9E00-7A65F4334B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09"/>
            <a:ext cx="12196108" cy="6855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EADB2-8049-4B88-B291-FF8AE3FC6E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33508" y="4906694"/>
            <a:ext cx="2002865" cy="281904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A234D9-1F89-4689-89BA-C77F9BF70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578" y="4246439"/>
            <a:ext cx="6492607" cy="233910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21FE1-8935-4EE6-BE25-A18F50F53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8578" y="2140298"/>
            <a:ext cx="6492607" cy="1265943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A4ED0-232F-4702-AAF8-13039CDC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578" y="3725561"/>
            <a:ext cx="6492607" cy="370230"/>
          </a:xfrm>
        </p:spPr>
        <p:txBody>
          <a:bodyPr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6285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BFDD270-0218-40EB-82F8-F37DE0E5A2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6858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DF3C748-D5E2-4FB5-9576-EE213493AB87}"/>
              </a:ext>
            </a:extLst>
          </p:cNvPr>
          <p:cNvSpPr/>
          <p:nvPr userDrawn="1"/>
        </p:nvSpPr>
        <p:spPr>
          <a:xfrm>
            <a:off x="5850384" y="1"/>
            <a:ext cx="6341615" cy="6858000"/>
          </a:xfrm>
          <a:prstGeom prst="rect">
            <a:avLst/>
          </a:prstGeom>
          <a:gradFill flip="none" rotWithShape="1">
            <a:gsLst>
              <a:gs pos="27000">
                <a:srgbClr val="73992F"/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E1615-CF6C-418C-A2F8-8AF5B0A38D93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BDDE4-075D-4337-BEBB-166C4FA55F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11CAEDA-F13C-43B4-B3A8-D3983B7456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96E1A-46B6-441E-831F-0C83472FFC4B}"/>
              </a:ext>
            </a:extLst>
          </p:cNvPr>
          <p:cNvCxnSpPr/>
          <p:nvPr userDrawn="1"/>
        </p:nvCxnSpPr>
        <p:spPr>
          <a:xfrm>
            <a:off x="11294960" y="6596757"/>
            <a:ext cx="0" cy="1856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7C53FF-5A2C-454D-9362-097ECCE2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412" y="1901816"/>
            <a:ext cx="5499452" cy="4357384"/>
          </a:xfrm>
        </p:spPr>
        <p:txBody>
          <a:bodyPr anchor="t" anchorCtr="0"/>
          <a:lstStyle>
            <a:lvl1pPr marL="226478" indent="-226478">
              <a:spcBef>
                <a:spcPts val="16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690016" indent="-228594">
              <a:defRPr sz="1600">
                <a:solidFill>
                  <a:schemeClr val="bg1"/>
                </a:solidFill>
              </a:defRPr>
            </a:lvl2pPr>
            <a:lvl3pPr marL="1068891" indent="-228594"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BDF50-2E05-47A9-96A9-8AB3839AF7F2}"/>
              </a:ext>
            </a:extLst>
          </p:cNvPr>
          <p:cNvSpPr txBox="1"/>
          <p:nvPr userDrawn="1"/>
        </p:nvSpPr>
        <p:spPr>
          <a:xfrm>
            <a:off x="6445188" y="616065"/>
            <a:ext cx="416843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F16A6E-CC35-4B78-9DF5-68D095D02AFF}"/>
              </a:ext>
            </a:extLst>
          </p:cNvPr>
          <p:cNvGrpSpPr/>
          <p:nvPr userDrawn="1"/>
        </p:nvGrpSpPr>
        <p:grpSpPr>
          <a:xfrm>
            <a:off x="10324956" y="6592898"/>
            <a:ext cx="698591" cy="191911"/>
            <a:chOff x="1855788" y="3378201"/>
            <a:chExt cx="3709987" cy="1019175"/>
          </a:xfrm>
          <a:solidFill>
            <a:schemeClr val="bg2"/>
          </a:solidFill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B94135C2-0B4B-4CB5-90D9-271F82C361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6650" y="4197351"/>
              <a:ext cx="160337" cy="196850"/>
            </a:xfrm>
            <a:custGeom>
              <a:avLst/>
              <a:gdLst>
                <a:gd name="T0" fmla="*/ 0 w 101"/>
                <a:gd name="T1" fmla="*/ 0 h 124"/>
                <a:gd name="T2" fmla="*/ 13 w 101"/>
                <a:gd name="T3" fmla="*/ 0 h 124"/>
                <a:gd name="T4" fmla="*/ 87 w 101"/>
                <a:gd name="T5" fmla="*/ 101 h 124"/>
                <a:gd name="T6" fmla="*/ 87 w 101"/>
                <a:gd name="T7" fmla="*/ 0 h 124"/>
                <a:gd name="T8" fmla="*/ 101 w 101"/>
                <a:gd name="T9" fmla="*/ 0 h 124"/>
                <a:gd name="T10" fmla="*/ 101 w 101"/>
                <a:gd name="T11" fmla="*/ 124 h 124"/>
                <a:gd name="T12" fmla="*/ 89 w 101"/>
                <a:gd name="T13" fmla="*/ 124 h 124"/>
                <a:gd name="T14" fmla="*/ 12 w 101"/>
                <a:gd name="T15" fmla="*/ 18 h 124"/>
                <a:gd name="T16" fmla="*/ 12 w 101"/>
                <a:gd name="T17" fmla="*/ 124 h 124"/>
                <a:gd name="T18" fmla="*/ 0 w 101"/>
                <a:gd name="T19" fmla="*/ 124 h 124"/>
                <a:gd name="T20" fmla="*/ 0 w 101"/>
                <a:gd name="T21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124">
                  <a:moveTo>
                    <a:pt x="0" y="0"/>
                  </a:moveTo>
                  <a:lnTo>
                    <a:pt x="13" y="0"/>
                  </a:lnTo>
                  <a:lnTo>
                    <a:pt x="87" y="101"/>
                  </a:lnTo>
                  <a:lnTo>
                    <a:pt x="87" y="0"/>
                  </a:lnTo>
                  <a:lnTo>
                    <a:pt x="101" y="0"/>
                  </a:lnTo>
                  <a:lnTo>
                    <a:pt x="101" y="124"/>
                  </a:lnTo>
                  <a:lnTo>
                    <a:pt x="89" y="124"/>
                  </a:lnTo>
                  <a:lnTo>
                    <a:pt x="12" y="18"/>
                  </a:lnTo>
                  <a:lnTo>
                    <a:pt x="1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A720F58E-511B-4691-BB0C-7E9C00592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86200" y="4197351"/>
              <a:ext cx="130175" cy="196850"/>
            </a:xfrm>
            <a:custGeom>
              <a:avLst/>
              <a:gdLst>
                <a:gd name="T0" fmla="*/ 0 w 82"/>
                <a:gd name="T1" fmla="*/ 0 h 124"/>
                <a:gd name="T2" fmla="*/ 82 w 82"/>
                <a:gd name="T3" fmla="*/ 0 h 124"/>
                <a:gd name="T4" fmla="*/ 82 w 82"/>
                <a:gd name="T5" fmla="*/ 12 h 124"/>
                <a:gd name="T6" fmla="*/ 13 w 82"/>
                <a:gd name="T7" fmla="*/ 12 h 124"/>
                <a:gd name="T8" fmla="*/ 13 w 82"/>
                <a:gd name="T9" fmla="*/ 53 h 124"/>
                <a:gd name="T10" fmla="*/ 80 w 82"/>
                <a:gd name="T11" fmla="*/ 53 h 124"/>
                <a:gd name="T12" fmla="*/ 80 w 82"/>
                <a:gd name="T13" fmla="*/ 65 h 124"/>
                <a:gd name="T14" fmla="*/ 13 w 82"/>
                <a:gd name="T15" fmla="*/ 65 h 124"/>
                <a:gd name="T16" fmla="*/ 13 w 82"/>
                <a:gd name="T17" fmla="*/ 112 h 124"/>
                <a:gd name="T18" fmla="*/ 82 w 82"/>
                <a:gd name="T19" fmla="*/ 112 h 124"/>
                <a:gd name="T20" fmla="*/ 82 w 82"/>
                <a:gd name="T21" fmla="*/ 124 h 124"/>
                <a:gd name="T22" fmla="*/ 0 w 82"/>
                <a:gd name="T23" fmla="*/ 124 h 124"/>
                <a:gd name="T24" fmla="*/ 0 w 82"/>
                <a:gd name="T2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24">
                  <a:moveTo>
                    <a:pt x="0" y="0"/>
                  </a:moveTo>
                  <a:lnTo>
                    <a:pt x="82" y="0"/>
                  </a:lnTo>
                  <a:lnTo>
                    <a:pt x="82" y="12"/>
                  </a:lnTo>
                  <a:lnTo>
                    <a:pt x="13" y="12"/>
                  </a:lnTo>
                  <a:lnTo>
                    <a:pt x="13" y="53"/>
                  </a:lnTo>
                  <a:lnTo>
                    <a:pt x="80" y="53"/>
                  </a:lnTo>
                  <a:lnTo>
                    <a:pt x="80" y="65"/>
                  </a:lnTo>
                  <a:lnTo>
                    <a:pt x="13" y="65"/>
                  </a:lnTo>
                  <a:lnTo>
                    <a:pt x="13" y="112"/>
                  </a:lnTo>
                  <a:lnTo>
                    <a:pt x="82" y="112"/>
                  </a:lnTo>
                  <a:lnTo>
                    <a:pt x="8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42D7B96D-77EF-4C83-8B22-D95AEC757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8125" y="4197351"/>
              <a:ext cx="166687" cy="196850"/>
            </a:xfrm>
            <a:custGeom>
              <a:avLst/>
              <a:gdLst>
                <a:gd name="T0" fmla="*/ 46 w 105"/>
                <a:gd name="T1" fmla="*/ 12 h 124"/>
                <a:gd name="T2" fmla="*/ 0 w 105"/>
                <a:gd name="T3" fmla="*/ 12 h 124"/>
                <a:gd name="T4" fmla="*/ 0 w 105"/>
                <a:gd name="T5" fmla="*/ 0 h 124"/>
                <a:gd name="T6" fmla="*/ 105 w 105"/>
                <a:gd name="T7" fmla="*/ 0 h 124"/>
                <a:gd name="T8" fmla="*/ 105 w 105"/>
                <a:gd name="T9" fmla="*/ 12 h 124"/>
                <a:gd name="T10" fmla="*/ 59 w 105"/>
                <a:gd name="T11" fmla="*/ 12 h 124"/>
                <a:gd name="T12" fmla="*/ 59 w 105"/>
                <a:gd name="T13" fmla="*/ 124 h 124"/>
                <a:gd name="T14" fmla="*/ 46 w 105"/>
                <a:gd name="T15" fmla="*/ 124 h 124"/>
                <a:gd name="T16" fmla="*/ 46 w 105"/>
                <a:gd name="T17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24">
                  <a:moveTo>
                    <a:pt x="46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5" y="12"/>
                  </a:lnTo>
                  <a:lnTo>
                    <a:pt x="59" y="12"/>
                  </a:lnTo>
                  <a:lnTo>
                    <a:pt x="59" y="124"/>
                  </a:lnTo>
                  <a:lnTo>
                    <a:pt x="46" y="124"/>
                  </a:lnTo>
                  <a:lnTo>
                    <a:pt x="46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AF9EBF7-B3A2-4271-86DF-AD10DFA2AC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1800" y="4197351"/>
              <a:ext cx="268287" cy="196850"/>
            </a:xfrm>
            <a:custGeom>
              <a:avLst/>
              <a:gdLst>
                <a:gd name="T0" fmla="*/ 0 w 169"/>
                <a:gd name="T1" fmla="*/ 0 h 124"/>
                <a:gd name="T2" fmla="*/ 14 w 169"/>
                <a:gd name="T3" fmla="*/ 0 h 124"/>
                <a:gd name="T4" fmla="*/ 45 w 169"/>
                <a:gd name="T5" fmla="*/ 101 h 124"/>
                <a:gd name="T6" fmla="*/ 78 w 169"/>
                <a:gd name="T7" fmla="*/ 0 h 124"/>
                <a:gd name="T8" fmla="*/ 91 w 169"/>
                <a:gd name="T9" fmla="*/ 0 h 124"/>
                <a:gd name="T10" fmla="*/ 124 w 169"/>
                <a:gd name="T11" fmla="*/ 101 h 124"/>
                <a:gd name="T12" fmla="*/ 155 w 169"/>
                <a:gd name="T13" fmla="*/ 0 h 124"/>
                <a:gd name="T14" fmla="*/ 169 w 169"/>
                <a:gd name="T15" fmla="*/ 0 h 124"/>
                <a:gd name="T16" fmla="*/ 128 w 169"/>
                <a:gd name="T17" fmla="*/ 124 h 124"/>
                <a:gd name="T18" fmla="*/ 118 w 169"/>
                <a:gd name="T19" fmla="*/ 124 h 124"/>
                <a:gd name="T20" fmla="*/ 85 w 169"/>
                <a:gd name="T21" fmla="*/ 21 h 124"/>
                <a:gd name="T22" fmla="*/ 51 w 169"/>
                <a:gd name="T23" fmla="*/ 124 h 124"/>
                <a:gd name="T24" fmla="*/ 39 w 169"/>
                <a:gd name="T25" fmla="*/ 124 h 124"/>
                <a:gd name="T26" fmla="*/ 0 w 169"/>
                <a:gd name="T2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24">
                  <a:moveTo>
                    <a:pt x="0" y="0"/>
                  </a:moveTo>
                  <a:lnTo>
                    <a:pt x="14" y="0"/>
                  </a:lnTo>
                  <a:lnTo>
                    <a:pt x="45" y="101"/>
                  </a:lnTo>
                  <a:lnTo>
                    <a:pt x="78" y="0"/>
                  </a:lnTo>
                  <a:lnTo>
                    <a:pt x="91" y="0"/>
                  </a:lnTo>
                  <a:lnTo>
                    <a:pt x="124" y="101"/>
                  </a:lnTo>
                  <a:lnTo>
                    <a:pt x="155" y="0"/>
                  </a:lnTo>
                  <a:lnTo>
                    <a:pt x="169" y="0"/>
                  </a:lnTo>
                  <a:lnTo>
                    <a:pt x="128" y="124"/>
                  </a:lnTo>
                  <a:lnTo>
                    <a:pt x="118" y="124"/>
                  </a:lnTo>
                  <a:lnTo>
                    <a:pt x="85" y="21"/>
                  </a:lnTo>
                  <a:lnTo>
                    <a:pt x="51" y="124"/>
                  </a:lnTo>
                  <a:lnTo>
                    <a:pt x="39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24863184-61D4-4BEA-A1ED-DD43027D05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27550" y="4192588"/>
              <a:ext cx="198437" cy="204788"/>
            </a:xfrm>
            <a:custGeom>
              <a:avLst/>
              <a:gdLst>
                <a:gd name="T0" fmla="*/ 0 w 83"/>
                <a:gd name="T1" fmla="*/ 43 h 85"/>
                <a:gd name="T2" fmla="*/ 42 w 83"/>
                <a:gd name="T3" fmla="*/ 0 h 85"/>
                <a:gd name="T4" fmla="*/ 83 w 83"/>
                <a:gd name="T5" fmla="*/ 43 h 85"/>
                <a:gd name="T6" fmla="*/ 42 w 83"/>
                <a:gd name="T7" fmla="*/ 85 h 85"/>
                <a:gd name="T8" fmla="*/ 0 w 83"/>
                <a:gd name="T9" fmla="*/ 43 h 85"/>
                <a:gd name="T10" fmla="*/ 74 w 83"/>
                <a:gd name="T11" fmla="*/ 43 h 85"/>
                <a:gd name="T12" fmla="*/ 42 w 83"/>
                <a:gd name="T13" fmla="*/ 9 h 85"/>
                <a:gd name="T14" fmla="*/ 9 w 83"/>
                <a:gd name="T15" fmla="*/ 43 h 85"/>
                <a:gd name="T16" fmla="*/ 42 w 83"/>
                <a:gd name="T17" fmla="*/ 77 h 85"/>
                <a:gd name="T18" fmla="*/ 74 w 83"/>
                <a:gd name="T19" fmla="*/ 4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5">
                  <a:moveTo>
                    <a:pt x="0" y="43"/>
                  </a:moveTo>
                  <a:cubicBezTo>
                    <a:pt x="0" y="13"/>
                    <a:pt x="15" y="0"/>
                    <a:pt x="42" y="0"/>
                  </a:cubicBezTo>
                  <a:cubicBezTo>
                    <a:pt x="68" y="0"/>
                    <a:pt x="83" y="13"/>
                    <a:pt x="83" y="43"/>
                  </a:cubicBezTo>
                  <a:cubicBezTo>
                    <a:pt x="83" y="72"/>
                    <a:pt x="68" y="85"/>
                    <a:pt x="42" y="85"/>
                  </a:cubicBezTo>
                  <a:cubicBezTo>
                    <a:pt x="15" y="85"/>
                    <a:pt x="0" y="72"/>
                    <a:pt x="0" y="43"/>
                  </a:cubicBezTo>
                  <a:close/>
                  <a:moveTo>
                    <a:pt x="74" y="43"/>
                  </a:moveTo>
                  <a:cubicBezTo>
                    <a:pt x="74" y="21"/>
                    <a:pt x="64" y="9"/>
                    <a:pt x="42" y="9"/>
                  </a:cubicBezTo>
                  <a:cubicBezTo>
                    <a:pt x="19" y="9"/>
                    <a:pt x="9" y="21"/>
                    <a:pt x="9" y="43"/>
                  </a:cubicBezTo>
                  <a:cubicBezTo>
                    <a:pt x="9" y="65"/>
                    <a:pt x="19" y="77"/>
                    <a:pt x="42" y="77"/>
                  </a:cubicBezTo>
                  <a:cubicBezTo>
                    <a:pt x="64" y="77"/>
                    <a:pt x="74" y="65"/>
                    <a:pt x="74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9B1F8F05-F6BC-424D-B415-1B98A4B6B1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68850" y="4197351"/>
              <a:ext cx="150812" cy="196850"/>
            </a:xfrm>
            <a:custGeom>
              <a:avLst/>
              <a:gdLst>
                <a:gd name="T0" fmla="*/ 33 w 63"/>
                <a:gd name="T1" fmla="*/ 48 h 82"/>
                <a:gd name="T2" fmla="*/ 8 w 63"/>
                <a:gd name="T3" fmla="*/ 48 h 82"/>
                <a:gd name="T4" fmla="*/ 8 w 63"/>
                <a:gd name="T5" fmla="*/ 82 h 82"/>
                <a:gd name="T6" fmla="*/ 0 w 63"/>
                <a:gd name="T7" fmla="*/ 82 h 82"/>
                <a:gd name="T8" fmla="*/ 0 w 63"/>
                <a:gd name="T9" fmla="*/ 0 h 82"/>
                <a:gd name="T10" fmla="*/ 35 w 63"/>
                <a:gd name="T11" fmla="*/ 0 h 82"/>
                <a:gd name="T12" fmla="*/ 63 w 63"/>
                <a:gd name="T13" fmla="*/ 24 h 82"/>
                <a:gd name="T14" fmla="*/ 42 w 63"/>
                <a:gd name="T15" fmla="*/ 48 h 82"/>
                <a:gd name="T16" fmla="*/ 61 w 63"/>
                <a:gd name="T17" fmla="*/ 82 h 82"/>
                <a:gd name="T18" fmla="*/ 52 w 63"/>
                <a:gd name="T19" fmla="*/ 82 h 82"/>
                <a:gd name="T20" fmla="*/ 33 w 63"/>
                <a:gd name="T21" fmla="*/ 48 h 82"/>
                <a:gd name="T22" fmla="*/ 35 w 63"/>
                <a:gd name="T23" fmla="*/ 40 h 82"/>
                <a:gd name="T24" fmla="*/ 54 w 63"/>
                <a:gd name="T25" fmla="*/ 24 h 82"/>
                <a:gd name="T26" fmla="*/ 35 w 63"/>
                <a:gd name="T27" fmla="*/ 8 h 82"/>
                <a:gd name="T28" fmla="*/ 8 w 63"/>
                <a:gd name="T29" fmla="*/ 8 h 82"/>
                <a:gd name="T30" fmla="*/ 8 w 63"/>
                <a:gd name="T31" fmla="*/ 40 h 82"/>
                <a:gd name="T32" fmla="*/ 35 w 63"/>
                <a:gd name="T33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82">
                  <a:moveTo>
                    <a:pt x="33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54" y="0"/>
                    <a:pt x="63" y="7"/>
                    <a:pt x="63" y="24"/>
                  </a:cubicBezTo>
                  <a:cubicBezTo>
                    <a:pt x="63" y="38"/>
                    <a:pt x="56" y="46"/>
                    <a:pt x="42" y="48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52" y="82"/>
                    <a:pt x="52" y="82"/>
                    <a:pt x="52" y="82"/>
                  </a:cubicBezTo>
                  <a:lnTo>
                    <a:pt x="33" y="48"/>
                  </a:lnTo>
                  <a:close/>
                  <a:moveTo>
                    <a:pt x="35" y="40"/>
                  </a:moveTo>
                  <a:cubicBezTo>
                    <a:pt x="47" y="40"/>
                    <a:pt x="54" y="37"/>
                    <a:pt x="54" y="24"/>
                  </a:cubicBezTo>
                  <a:cubicBezTo>
                    <a:pt x="54" y="11"/>
                    <a:pt x="47" y="8"/>
                    <a:pt x="3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35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0C91E9B-149C-4D99-8881-304C93DEC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2525" y="4197351"/>
              <a:ext cx="153987" cy="196850"/>
            </a:xfrm>
            <a:custGeom>
              <a:avLst/>
              <a:gdLst>
                <a:gd name="T0" fmla="*/ 38 w 97"/>
                <a:gd name="T1" fmla="*/ 57 h 124"/>
                <a:gd name="T2" fmla="*/ 14 w 97"/>
                <a:gd name="T3" fmla="*/ 85 h 124"/>
                <a:gd name="T4" fmla="*/ 14 w 97"/>
                <a:gd name="T5" fmla="*/ 124 h 124"/>
                <a:gd name="T6" fmla="*/ 0 w 97"/>
                <a:gd name="T7" fmla="*/ 124 h 124"/>
                <a:gd name="T8" fmla="*/ 0 w 97"/>
                <a:gd name="T9" fmla="*/ 0 h 124"/>
                <a:gd name="T10" fmla="*/ 14 w 97"/>
                <a:gd name="T11" fmla="*/ 0 h 124"/>
                <a:gd name="T12" fmla="*/ 14 w 97"/>
                <a:gd name="T13" fmla="*/ 68 h 124"/>
                <a:gd name="T14" fmla="*/ 76 w 97"/>
                <a:gd name="T15" fmla="*/ 0 h 124"/>
                <a:gd name="T16" fmla="*/ 91 w 97"/>
                <a:gd name="T17" fmla="*/ 0 h 124"/>
                <a:gd name="T18" fmla="*/ 47 w 97"/>
                <a:gd name="T19" fmla="*/ 48 h 124"/>
                <a:gd name="T20" fmla="*/ 97 w 97"/>
                <a:gd name="T21" fmla="*/ 124 h 124"/>
                <a:gd name="T22" fmla="*/ 82 w 97"/>
                <a:gd name="T23" fmla="*/ 124 h 124"/>
                <a:gd name="T24" fmla="*/ 38 w 97"/>
                <a:gd name="T25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24">
                  <a:moveTo>
                    <a:pt x="38" y="57"/>
                  </a:moveTo>
                  <a:lnTo>
                    <a:pt x="14" y="85"/>
                  </a:lnTo>
                  <a:lnTo>
                    <a:pt x="14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68"/>
                  </a:lnTo>
                  <a:lnTo>
                    <a:pt x="76" y="0"/>
                  </a:lnTo>
                  <a:lnTo>
                    <a:pt x="91" y="0"/>
                  </a:lnTo>
                  <a:lnTo>
                    <a:pt x="47" y="48"/>
                  </a:lnTo>
                  <a:lnTo>
                    <a:pt x="97" y="124"/>
                  </a:lnTo>
                  <a:lnTo>
                    <a:pt x="82" y="124"/>
                  </a:lnTo>
                  <a:lnTo>
                    <a:pt x="3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C31EA682-8F2F-4033-AE85-BA364C4F5B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33975" y="4192588"/>
              <a:ext cx="160337" cy="204788"/>
            </a:xfrm>
            <a:custGeom>
              <a:avLst/>
              <a:gdLst>
                <a:gd name="T0" fmla="*/ 0 w 67"/>
                <a:gd name="T1" fmla="*/ 75 h 85"/>
                <a:gd name="T2" fmla="*/ 5 w 67"/>
                <a:gd name="T3" fmla="*/ 69 h 85"/>
                <a:gd name="T4" fmla="*/ 34 w 67"/>
                <a:gd name="T5" fmla="*/ 77 h 85"/>
                <a:gd name="T6" fmla="*/ 59 w 67"/>
                <a:gd name="T7" fmla="*/ 61 h 85"/>
                <a:gd name="T8" fmla="*/ 34 w 67"/>
                <a:gd name="T9" fmla="*/ 45 h 85"/>
                <a:gd name="T10" fmla="*/ 5 w 67"/>
                <a:gd name="T11" fmla="*/ 22 h 85"/>
                <a:gd name="T12" fmla="*/ 34 w 67"/>
                <a:gd name="T13" fmla="*/ 0 h 85"/>
                <a:gd name="T14" fmla="*/ 63 w 67"/>
                <a:gd name="T15" fmla="*/ 8 h 85"/>
                <a:gd name="T16" fmla="*/ 58 w 67"/>
                <a:gd name="T17" fmla="*/ 15 h 85"/>
                <a:gd name="T18" fmla="*/ 34 w 67"/>
                <a:gd name="T19" fmla="*/ 8 h 85"/>
                <a:gd name="T20" fmla="*/ 13 w 67"/>
                <a:gd name="T21" fmla="*/ 22 h 85"/>
                <a:gd name="T22" fmla="*/ 36 w 67"/>
                <a:gd name="T23" fmla="*/ 37 h 85"/>
                <a:gd name="T24" fmla="*/ 67 w 67"/>
                <a:gd name="T25" fmla="*/ 61 h 85"/>
                <a:gd name="T26" fmla="*/ 34 w 67"/>
                <a:gd name="T27" fmla="*/ 85 h 85"/>
                <a:gd name="T28" fmla="*/ 0 w 67"/>
                <a:gd name="T29" fmla="*/ 7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85">
                  <a:moveTo>
                    <a:pt x="0" y="75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15" y="75"/>
                    <a:pt x="24" y="77"/>
                    <a:pt x="34" y="77"/>
                  </a:cubicBezTo>
                  <a:cubicBezTo>
                    <a:pt x="51" y="77"/>
                    <a:pt x="59" y="72"/>
                    <a:pt x="59" y="61"/>
                  </a:cubicBezTo>
                  <a:cubicBezTo>
                    <a:pt x="59" y="49"/>
                    <a:pt x="49" y="48"/>
                    <a:pt x="34" y="45"/>
                  </a:cubicBezTo>
                  <a:cubicBezTo>
                    <a:pt x="16" y="42"/>
                    <a:pt x="5" y="39"/>
                    <a:pt x="5" y="22"/>
                  </a:cubicBezTo>
                  <a:cubicBezTo>
                    <a:pt x="5" y="7"/>
                    <a:pt x="15" y="0"/>
                    <a:pt x="34" y="0"/>
                  </a:cubicBezTo>
                  <a:cubicBezTo>
                    <a:pt x="47" y="0"/>
                    <a:pt x="56" y="3"/>
                    <a:pt x="63" y="8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2" y="11"/>
                    <a:pt x="43" y="8"/>
                    <a:pt x="34" y="8"/>
                  </a:cubicBezTo>
                  <a:cubicBezTo>
                    <a:pt x="19" y="8"/>
                    <a:pt x="13" y="12"/>
                    <a:pt x="13" y="22"/>
                  </a:cubicBezTo>
                  <a:cubicBezTo>
                    <a:pt x="13" y="33"/>
                    <a:pt x="22" y="35"/>
                    <a:pt x="36" y="37"/>
                  </a:cubicBezTo>
                  <a:cubicBezTo>
                    <a:pt x="54" y="40"/>
                    <a:pt x="67" y="43"/>
                    <a:pt x="67" y="61"/>
                  </a:cubicBezTo>
                  <a:cubicBezTo>
                    <a:pt x="67" y="77"/>
                    <a:pt x="57" y="85"/>
                    <a:pt x="34" y="85"/>
                  </a:cubicBezTo>
                  <a:cubicBezTo>
                    <a:pt x="22" y="85"/>
                    <a:pt x="11" y="82"/>
                    <a:pt x="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89C632C-5E49-4BA9-99AA-EB80E006D8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3350" y="3379788"/>
              <a:ext cx="352425" cy="730250"/>
            </a:xfrm>
            <a:custGeom>
              <a:avLst/>
              <a:gdLst>
                <a:gd name="T0" fmla="*/ 120 w 147"/>
                <a:gd name="T1" fmla="*/ 0 h 303"/>
                <a:gd name="T2" fmla="*/ 0 w 147"/>
                <a:gd name="T3" fmla="*/ 125 h 303"/>
                <a:gd name="T4" fmla="*/ 0 w 147"/>
                <a:gd name="T5" fmla="*/ 303 h 303"/>
                <a:gd name="T6" fmla="*/ 27 w 147"/>
                <a:gd name="T7" fmla="*/ 303 h 303"/>
                <a:gd name="T8" fmla="*/ 27 w 147"/>
                <a:gd name="T9" fmla="*/ 125 h 303"/>
                <a:gd name="T10" fmla="*/ 120 w 147"/>
                <a:gd name="T11" fmla="*/ 26 h 303"/>
                <a:gd name="T12" fmla="*/ 147 w 147"/>
                <a:gd name="T13" fmla="*/ 27 h 303"/>
                <a:gd name="T14" fmla="*/ 147 w 147"/>
                <a:gd name="T15" fmla="*/ 1 h 303"/>
                <a:gd name="T16" fmla="*/ 120 w 147"/>
                <a:gd name="T17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303">
                  <a:moveTo>
                    <a:pt x="120" y="0"/>
                  </a:moveTo>
                  <a:cubicBezTo>
                    <a:pt x="5" y="0"/>
                    <a:pt x="0" y="52"/>
                    <a:pt x="0" y="125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70"/>
                    <a:pt x="25" y="26"/>
                    <a:pt x="120" y="26"/>
                  </a:cubicBezTo>
                  <a:cubicBezTo>
                    <a:pt x="130" y="26"/>
                    <a:pt x="139" y="26"/>
                    <a:pt x="147" y="27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39" y="1"/>
                    <a:pt x="130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C8916602-BD36-406B-ACE7-C9CACB6CE8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81238" y="3394076"/>
              <a:ext cx="582612" cy="730250"/>
            </a:xfrm>
            <a:custGeom>
              <a:avLst/>
              <a:gdLst>
                <a:gd name="T0" fmla="*/ 0 w 243"/>
                <a:gd name="T1" fmla="*/ 181 h 303"/>
                <a:gd name="T2" fmla="*/ 0 w 243"/>
                <a:gd name="T3" fmla="*/ 0 h 303"/>
                <a:gd name="T4" fmla="*/ 28 w 243"/>
                <a:gd name="T5" fmla="*/ 0 h 303"/>
                <a:gd name="T6" fmla="*/ 28 w 243"/>
                <a:gd name="T7" fmla="*/ 182 h 303"/>
                <a:gd name="T8" fmla="*/ 123 w 243"/>
                <a:gd name="T9" fmla="*/ 278 h 303"/>
                <a:gd name="T10" fmla="*/ 216 w 243"/>
                <a:gd name="T11" fmla="*/ 179 h 303"/>
                <a:gd name="T12" fmla="*/ 216 w 243"/>
                <a:gd name="T13" fmla="*/ 0 h 303"/>
                <a:gd name="T14" fmla="*/ 243 w 243"/>
                <a:gd name="T15" fmla="*/ 0 h 303"/>
                <a:gd name="T16" fmla="*/ 243 w 243"/>
                <a:gd name="T17" fmla="*/ 179 h 303"/>
                <a:gd name="T18" fmla="*/ 123 w 243"/>
                <a:gd name="T19" fmla="*/ 303 h 303"/>
                <a:gd name="T20" fmla="*/ 0 w 243"/>
                <a:gd name="T21" fmla="*/ 181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303">
                  <a:moveTo>
                    <a:pt x="0" y="18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82"/>
                    <a:pt x="28" y="182"/>
                    <a:pt x="28" y="182"/>
                  </a:cubicBezTo>
                  <a:cubicBezTo>
                    <a:pt x="28" y="234"/>
                    <a:pt x="27" y="278"/>
                    <a:pt x="123" y="278"/>
                  </a:cubicBezTo>
                  <a:cubicBezTo>
                    <a:pt x="218" y="278"/>
                    <a:pt x="216" y="234"/>
                    <a:pt x="216" y="179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179"/>
                    <a:pt x="243" y="179"/>
                    <a:pt x="243" y="179"/>
                  </a:cubicBezTo>
                  <a:cubicBezTo>
                    <a:pt x="243" y="252"/>
                    <a:pt x="238" y="303"/>
                    <a:pt x="123" y="303"/>
                  </a:cubicBezTo>
                  <a:cubicBezTo>
                    <a:pt x="7" y="303"/>
                    <a:pt x="0" y="252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B15909C-B863-4B91-9EFD-6A5C9A247F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73388" y="3379788"/>
              <a:ext cx="581025" cy="730250"/>
            </a:xfrm>
            <a:custGeom>
              <a:avLst/>
              <a:gdLst>
                <a:gd name="T0" fmla="*/ 242 w 242"/>
                <a:gd name="T1" fmla="*/ 122 h 303"/>
                <a:gd name="T2" fmla="*/ 242 w 242"/>
                <a:gd name="T3" fmla="*/ 303 h 303"/>
                <a:gd name="T4" fmla="*/ 215 w 242"/>
                <a:gd name="T5" fmla="*/ 303 h 303"/>
                <a:gd name="T6" fmla="*/ 215 w 242"/>
                <a:gd name="T7" fmla="*/ 122 h 303"/>
                <a:gd name="T8" fmla="*/ 120 w 242"/>
                <a:gd name="T9" fmla="*/ 26 h 303"/>
                <a:gd name="T10" fmla="*/ 27 w 242"/>
                <a:gd name="T11" fmla="*/ 125 h 303"/>
                <a:gd name="T12" fmla="*/ 27 w 242"/>
                <a:gd name="T13" fmla="*/ 303 h 303"/>
                <a:gd name="T14" fmla="*/ 0 w 242"/>
                <a:gd name="T15" fmla="*/ 303 h 303"/>
                <a:gd name="T16" fmla="*/ 0 w 242"/>
                <a:gd name="T17" fmla="*/ 125 h 303"/>
                <a:gd name="T18" fmla="*/ 120 w 242"/>
                <a:gd name="T19" fmla="*/ 0 h 303"/>
                <a:gd name="T20" fmla="*/ 242 w 242"/>
                <a:gd name="T21" fmla="*/ 12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303">
                  <a:moveTo>
                    <a:pt x="242" y="122"/>
                  </a:moveTo>
                  <a:cubicBezTo>
                    <a:pt x="242" y="303"/>
                    <a:pt x="242" y="303"/>
                    <a:pt x="242" y="303"/>
                  </a:cubicBezTo>
                  <a:cubicBezTo>
                    <a:pt x="215" y="303"/>
                    <a:pt x="215" y="303"/>
                    <a:pt x="215" y="303"/>
                  </a:cubicBezTo>
                  <a:cubicBezTo>
                    <a:pt x="215" y="122"/>
                    <a:pt x="215" y="122"/>
                    <a:pt x="215" y="122"/>
                  </a:cubicBezTo>
                  <a:cubicBezTo>
                    <a:pt x="215" y="70"/>
                    <a:pt x="215" y="26"/>
                    <a:pt x="120" y="26"/>
                  </a:cubicBezTo>
                  <a:cubicBezTo>
                    <a:pt x="25" y="26"/>
                    <a:pt x="27" y="70"/>
                    <a:pt x="27" y="125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52"/>
                    <a:pt x="5" y="0"/>
                    <a:pt x="120" y="0"/>
                  </a:cubicBezTo>
                  <a:cubicBezTo>
                    <a:pt x="235" y="0"/>
                    <a:pt x="242" y="52"/>
                    <a:pt x="242" y="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9" name="Rectangle 16">
              <a:extLst>
                <a:ext uri="{FF2B5EF4-FFF2-40B4-BE49-F238E27FC236}">
                  <a16:creationId xmlns:a16="http://schemas.microsoft.com/office/drawing/2014/main" id="{23238A1E-5709-4EAC-94B7-5F6AF848C0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76650" y="3397251"/>
              <a:ext cx="61912" cy="7127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AD4EB01E-926D-4B13-A488-A9571F8698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57625" y="3397251"/>
              <a:ext cx="573087" cy="712788"/>
            </a:xfrm>
            <a:custGeom>
              <a:avLst/>
              <a:gdLst>
                <a:gd name="T0" fmla="*/ 0 w 239"/>
                <a:gd name="T1" fmla="*/ 0 h 296"/>
                <a:gd name="T2" fmla="*/ 139 w 239"/>
                <a:gd name="T3" fmla="*/ 0 h 296"/>
                <a:gd name="T4" fmla="*/ 239 w 239"/>
                <a:gd name="T5" fmla="*/ 95 h 296"/>
                <a:gd name="T6" fmla="*/ 139 w 239"/>
                <a:gd name="T7" fmla="*/ 193 h 296"/>
                <a:gd name="T8" fmla="*/ 27 w 239"/>
                <a:gd name="T9" fmla="*/ 193 h 296"/>
                <a:gd name="T10" fmla="*/ 27 w 239"/>
                <a:gd name="T11" fmla="*/ 296 h 296"/>
                <a:gd name="T12" fmla="*/ 0 w 239"/>
                <a:gd name="T13" fmla="*/ 296 h 296"/>
                <a:gd name="T14" fmla="*/ 0 w 239"/>
                <a:gd name="T15" fmla="*/ 0 h 296"/>
                <a:gd name="T16" fmla="*/ 139 w 239"/>
                <a:gd name="T17" fmla="*/ 167 h 296"/>
                <a:gd name="T18" fmla="*/ 211 w 239"/>
                <a:gd name="T19" fmla="*/ 96 h 296"/>
                <a:gd name="T20" fmla="*/ 138 w 239"/>
                <a:gd name="T21" fmla="*/ 26 h 296"/>
                <a:gd name="T22" fmla="*/ 27 w 239"/>
                <a:gd name="T23" fmla="*/ 26 h 296"/>
                <a:gd name="T24" fmla="*/ 27 w 239"/>
                <a:gd name="T25" fmla="*/ 167 h 296"/>
                <a:gd name="T26" fmla="*/ 139 w 239"/>
                <a:gd name="T27" fmla="*/ 16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9" h="296">
                  <a:moveTo>
                    <a:pt x="0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208" y="0"/>
                    <a:pt x="239" y="34"/>
                    <a:pt x="239" y="95"/>
                  </a:cubicBezTo>
                  <a:cubicBezTo>
                    <a:pt x="239" y="156"/>
                    <a:pt x="208" y="193"/>
                    <a:pt x="139" y="193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7" y="296"/>
                    <a:pt x="27" y="296"/>
                    <a:pt x="27" y="296"/>
                  </a:cubicBezTo>
                  <a:cubicBezTo>
                    <a:pt x="0" y="296"/>
                    <a:pt x="0" y="296"/>
                    <a:pt x="0" y="296"/>
                  </a:cubicBezTo>
                  <a:lnTo>
                    <a:pt x="0" y="0"/>
                  </a:lnTo>
                  <a:close/>
                  <a:moveTo>
                    <a:pt x="139" y="167"/>
                  </a:moveTo>
                  <a:cubicBezTo>
                    <a:pt x="187" y="167"/>
                    <a:pt x="211" y="143"/>
                    <a:pt x="211" y="96"/>
                  </a:cubicBezTo>
                  <a:cubicBezTo>
                    <a:pt x="211" y="49"/>
                    <a:pt x="185" y="26"/>
                    <a:pt x="13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167"/>
                    <a:pt x="27" y="167"/>
                    <a:pt x="27" y="167"/>
                  </a:cubicBezTo>
                  <a:lnTo>
                    <a:pt x="139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1B702DAA-777C-4935-8D21-31BF0B6FE5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5325" y="3378201"/>
              <a:ext cx="614362" cy="746125"/>
            </a:xfrm>
            <a:custGeom>
              <a:avLst/>
              <a:gdLst>
                <a:gd name="T0" fmla="*/ 0 w 256"/>
                <a:gd name="T1" fmla="*/ 155 h 310"/>
                <a:gd name="T2" fmla="*/ 137 w 256"/>
                <a:gd name="T3" fmla="*/ 0 h 310"/>
                <a:gd name="T4" fmla="*/ 256 w 256"/>
                <a:gd name="T5" fmla="*/ 160 h 310"/>
                <a:gd name="T6" fmla="*/ 27 w 256"/>
                <a:gd name="T7" fmla="*/ 160 h 310"/>
                <a:gd name="T8" fmla="*/ 139 w 256"/>
                <a:gd name="T9" fmla="*/ 286 h 310"/>
                <a:gd name="T10" fmla="*/ 236 w 256"/>
                <a:gd name="T11" fmla="*/ 254 h 310"/>
                <a:gd name="T12" fmla="*/ 251 w 256"/>
                <a:gd name="T13" fmla="*/ 274 h 310"/>
                <a:gd name="T14" fmla="*/ 139 w 256"/>
                <a:gd name="T15" fmla="*/ 310 h 310"/>
                <a:gd name="T16" fmla="*/ 0 w 256"/>
                <a:gd name="T17" fmla="*/ 155 h 310"/>
                <a:gd name="T18" fmla="*/ 27 w 256"/>
                <a:gd name="T19" fmla="*/ 135 h 310"/>
                <a:gd name="T20" fmla="*/ 229 w 256"/>
                <a:gd name="T21" fmla="*/ 135 h 310"/>
                <a:gd name="T22" fmla="*/ 136 w 256"/>
                <a:gd name="T23" fmla="*/ 25 h 310"/>
                <a:gd name="T24" fmla="*/ 27 w 256"/>
                <a:gd name="T25" fmla="*/ 13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10">
                  <a:moveTo>
                    <a:pt x="0" y="155"/>
                  </a:moveTo>
                  <a:cubicBezTo>
                    <a:pt x="0" y="68"/>
                    <a:pt x="25" y="0"/>
                    <a:pt x="137" y="0"/>
                  </a:cubicBezTo>
                  <a:cubicBezTo>
                    <a:pt x="252" y="0"/>
                    <a:pt x="256" y="78"/>
                    <a:pt x="256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232"/>
                    <a:pt x="45" y="286"/>
                    <a:pt x="139" y="286"/>
                  </a:cubicBezTo>
                  <a:cubicBezTo>
                    <a:pt x="189" y="286"/>
                    <a:pt x="212" y="272"/>
                    <a:pt x="236" y="254"/>
                  </a:cubicBezTo>
                  <a:cubicBezTo>
                    <a:pt x="251" y="274"/>
                    <a:pt x="251" y="274"/>
                    <a:pt x="251" y="274"/>
                  </a:cubicBezTo>
                  <a:cubicBezTo>
                    <a:pt x="224" y="294"/>
                    <a:pt x="192" y="310"/>
                    <a:pt x="139" y="310"/>
                  </a:cubicBezTo>
                  <a:cubicBezTo>
                    <a:pt x="22" y="310"/>
                    <a:pt x="0" y="242"/>
                    <a:pt x="0" y="155"/>
                  </a:cubicBezTo>
                  <a:close/>
                  <a:moveTo>
                    <a:pt x="27" y="135"/>
                  </a:moveTo>
                  <a:cubicBezTo>
                    <a:pt x="229" y="135"/>
                    <a:pt x="229" y="135"/>
                    <a:pt x="229" y="135"/>
                  </a:cubicBezTo>
                  <a:cubicBezTo>
                    <a:pt x="226" y="76"/>
                    <a:pt x="223" y="25"/>
                    <a:pt x="136" y="25"/>
                  </a:cubicBezTo>
                  <a:cubicBezTo>
                    <a:pt x="53" y="25"/>
                    <a:pt x="30" y="70"/>
                    <a:pt x="27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0166519D-01B0-4CC3-B2C7-73505A8F7B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5788" y="3394076"/>
              <a:ext cx="312737" cy="873125"/>
            </a:xfrm>
            <a:custGeom>
              <a:avLst/>
              <a:gdLst>
                <a:gd name="T0" fmla="*/ 10 w 130"/>
                <a:gd name="T1" fmla="*/ 362 h 362"/>
                <a:gd name="T2" fmla="*/ 130 w 130"/>
                <a:gd name="T3" fmla="*/ 237 h 362"/>
                <a:gd name="T4" fmla="*/ 130 w 130"/>
                <a:gd name="T5" fmla="*/ 0 h 362"/>
                <a:gd name="T6" fmla="*/ 103 w 130"/>
                <a:gd name="T7" fmla="*/ 0 h 362"/>
                <a:gd name="T8" fmla="*/ 103 w 130"/>
                <a:gd name="T9" fmla="*/ 237 h 362"/>
                <a:gd name="T10" fmla="*/ 10 w 130"/>
                <a:gd name="T11" fmla="*/ 336 h 362"/>
                <a:gd name="T12" fmla="*/ 0 w 130"/>
                <a:gd name="T13" fmla="*/ 336 h 362"/>
                <a:gd name="T14" fmla="*/ 0 w 130"/>
                <a:gd name="T15" fmla="*/ 361 h 362"/>
                <a:gd name="T16" fmla="*/ 10 w 130"/>
                <a:gd name="T17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362">
                  <a:moveTo>
                    <a:pt x="10" y="362"/>
                  </a:moveTo>
                  <a:cubicBezTo>
                    <a:pt x="126" y="362"/>
                    <a:pt x="130" y="310"/>
                    <a:pt x="130" y="237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237"/>
                    <a:pt x="103" y="237"/>
                    <a:pt x="103" y="237"/>
                  </a:cubicBezTo>
                  <a:cubicBezTo>
                    <a:pt x="103" y="292"/>
                    <a:pt x="105" y="336"/>
                    <a:pt x="10" y="336"/>
                  </a:cubicBezTo>
                  <a:cubicBezTo>
                    <a:pt x="7" y="336"/>
                    <a:pt x="3" y="336"/>
                    <a:pt x="0" y="336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3" y="362"/>
                    <a:pt x="7" y="362"/>
                    <a:pt x="10" y="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2C25CB92-1B9A-46C4-9247-53F12660A6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373688" y="4022726"/>
              <a:ext cx="90487" cy="9207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2 h 38"/>
                <a:gd name="T12" fmla="*/ 3 w 38"/>
                <a:gd name="T13" fmla="*/ 19 h 38"/>
                <a:gd name="T14" fmla="*/ 19 w 38"/>
                <a:gd name="T15" fmla="*/ 35 h 38"/>
                <a:gd name="T16" fmla="*/ 36 w 38"/>
                <a:gd name="T17" fmla="*/ 19 h 38"/>
                <a:gd name="T18" fmla="*/ 19 w 38"/>
                <a:gd name="T1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29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29"/>
                    <a:pt x="30" y="38"/>
                    <a:pt x="19" y="38"/>
                  </a:cubicBezTo>
                  <a:close/>
                  <a:moveTo>
                    <a:pt x="19" y="2"/>
                  </a:moveTo>
                  <a:cubicBezTo>
                    <a:pt x="10" y="2"/>
                    <a:pt x="3" y="10"/>
                    <a:pt x="3" y="19"/>
                  </a:cubicBezTo>
                  <a:cubicBezTo>
                    <a:pt x="3" y="28"/>
                    <a:pt x="10" y="35"/>
                    <a:pt x="19" y="35"/>
                  </a:cubicBezTo>
                  <a:cubicBezTo>
                    <a:pt x="28" y="35"/>
                    <a:pt x="36" y="28"/>
                    <a:pt x="36" y="19"/>
                  </a:cubicBezTo>
                  <a:cubicBezTo>
                    <a:pt x="36" y="10"/>
                    <a:pt x="28" y="2"/>
                    <a:pt x="1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70F41723-9A1A-4717-BFBE-3863C240C5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2263" y="4041776"/>
              <a:ext cx="41275" cy="53975"/>
            </a:xfrm>
            <a:custGeom>
              <a:avLst/>
              <a:gdLst>
                <a:gd name="T0" fmla="*/ 8 w 17"/>
                <a:gd name="T1" fmla="*/ 13 h 22"/>
                <a:gd name="T2" fmla="*/ 2 w 17"/>
                <a:gd name="T3" fmla="*/ 13 h 22"/>
                <a:gd name="T4" fmla="*/ 2 w 17"/>
                <a:gd name="T5" fmla="*/ 22 h 22"/>
                <a:gd name="T6" fmla="*/ 0 w 17"/>
                <a:gd name="T7" fmla="*/ 22 h 22"/>
                <a:gd name="T8" fmla="*/ 0 w 17"/>
                <a:gd name="T9" fmla="*/ 0 h 22"/>
                <a:gd name="T10" fmla="*/ 9 w 17"/>
                <a:gd name="T11" fmla="*/ 0 h 22"/>
                <a:gd name="T12" fmla="*/ 17 w 17"/>
                <a:gd name="T13" fmla="*/ 7 h 22"/>
                <a:gd name="T14" fmla="*/ 12 w 17"/>
                <a:gd name="T15" fmla="*/ 13 h 22"/>
                <a:gd name="T16" fmla="*/ 16 w 17"/>
                <a:gd name="T17" fmla="*/ 22 h 22"/>
                <a:gd name="T18" fmla="*/ 13 w 17"/>
                <a:gd name="T19" fmla="*/ 22 h 22"/>
                <a:gd name="T20" fmla="*/ 8 w 17"/>
                <a:gd name="T21" fmla="*/ 13 h 22"/>
                <a:gd name="T22" fmla="*/ 9 w 17"/>
                <a:gd name="T23" fmla="*/ 11 h 22"/>
                <a:gd name="T24" fmla="*/ 14 w 17"/>
                <a:gd name="T25" fmla="*/ 7 h 22"/>
                <a:gd name="T26" fmla="*/ 9 w 17"/>
                <a:gd name="T27" fmla="*/ 3 h 22"/>
                <a:gd name="T28" fmla="*/ 2 w 17"/>
                <a:gd name="T29" fmla="*/ 3 h 22"/>
                <a:gd name="T30" fmla="*/ 2 w 17"/>
                <a:gd name="T31" fmla="*/ 11 h 22"/>
                <a:gd name="T32" fmla="*/ 9 w 17"/>
                <a:gd name="T3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22">
                  <a:moveTo>
                    <a:pt x="8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5" y="0"/>
                    <a:pt x="17" y="2"/>
                    <a:pt x="17" y="7"/>
                  </a:cubicBezTo>
                  <a:cubicBezTo>
                    <a:pt x="17" y="10"/>
                    <a:pt x="15" y="12"/>
                    <a:pt x="12" y="1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lnTo>
                    <a:pt x="8" y="13"/>
                  </a:lnTo>
                  <a:close/>
                  <a:moveTo>
                    <a:pt x="9" y="11"/>
                  </a:moveTo>
                  <a:cubicBezTo>
                    <a:pt x="12" y="11"/>
                    <a:pt x="14" y="10"/>
                    <a:pt x="14" y="7"/>
                  </a:cubicBezTo>
                  <a:cubicBezTo>
                    <a:pt x="14" y="4"/>
                    <a:pt x="12" y="3"/>
                    <a:pt x="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9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839CEA-3494-43BD-8E61-FEE6FC3D33EA}"/>
              </a:ext>
            </a:extLst>
          </p:cNvPr>
          <p:cNvCxnSpPr>
            <a:cxnSpLocks/>
          </p:cNvCxnSpPr>
          <p:nvPr userDrawn="1"/>
        </p:nvCxnSpPr>
        <p:spPr>
          <a:xfrm>
            <a:off x="6445188" y="1251074"/>
            <a:ext cx="529285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48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EE1F524-3C79-419C-A222-38AC94DA3E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6858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DF3C748-D5E2-4FB5-9576-EE213493AB87}"/>
              </a:ext>
            </a:extLst>
          </p:cNvPr>
          <p:cNvSpPr/>
          <p:nvPr userDrawn="1"/>
        </p:nvSpPr>
        <p:spPr>
          <a:xfrm>
            <a:off x="5850384" y="1"/>
            <a:ext cx="6341615" cy="6858000"/>
          </a:xfrm>
          <a:prstGeom prst="rect">
            <a:avLst/>
          </a:prstGeom>
          <a:gradFill flip="none" rotWithShape="1">
            <a:gsLst>
              <a:gs pos="54000">
                <a:srgbClr val="73992F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E1615-CF6C-418C-A2F8-8AF5B0A38D93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BDDE4-075D-4337-BEBB-166C4FA55F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11CAEDA-F13C-43B4-B3A8-D3983B7456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96E1A-46B6-441E-831F-0C83472FFC4B}"/>
              </a:ext>
            </a:extLst>
          </p:cNvPr>
          <p:cNvCxnSpPr/>
          <p:nvPr userDrawn="1"/>
        </p:nvCxnSpPr>
        <p:spPr>
          <a:xfrm>
            <a:off x="11294960" y="6596757"/>
            <a:ext cx="0" cy="1856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7C53FF-5A2C-454D-9362-097ECCE231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90032" y="2485748"/>
            <a:ext cx="5132335" cy="1074199"/>
          </a:xfrm>
        </p:spPr>
        <p:txBody>
          <a:bodyPr anchor="ctr" anchorCtr="0"/>
          <a:lstStyle>
            <a:lvl1pPr marL="0" indent="0">
              <a:spcBef>
                <a:spcPts val="1600"/>
              </a:spcBef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690016" indent="-228594">
              <a:defRPr sz="1600">
                <a:solidFill>
                  <a:schemeClr val="bg1"/>
                </a:solidFill>
              </a:defRPr>
            </a:lvl2pPr>
            <a:lvl3pPr marL="1068891" indent="-228594"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Division Slide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F16A6E-CC35-4B78-9DF5-68D095D02AFF}"/>
              </a:ext>
            </a:extLst>
          </p:cNvPr>
          <p:cNvGrpSpPr/>
          <p:nvPr userDrawn="1"/>
        </p:nvGrpSpPr>
        <p:grpSpPr>
          <a:xfrm>
            <a:off x="10324956" y="6592898"/>
            <a:ext cx="698591" cy="191911"/>
            <a:chOff x="1855788" y="3378201"/>
            <a:chExt cx="3709987" cy="1019175"/>
          </a:xfrm>
          <a:solidFill>
            <a:schemeClr val="bg2"/>
          </a:solidFill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B94135C2-0B4B-4CB5-90D9-271F82C361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6650" y="4197351"/>
              <a:ext cx="160337" cy="196850"/>
            </a:xfrm>
            <a:custGeom>
              <a:avLst/>
              <a:gdLst>
                <a:gd name="T0" fmla="*/ 0 w 101"/>
                <a:gd name="T1" fmla="*/ 0 h 124"/>
                <a:gd name="T2" fmla="*/ 13 w 101"/>
                <a:gd name="T3" fmla="*/ 0 h 124"/>
                <a:gd name="T4" fmla="*/ 87 w 101"/>
                <a:gd name="T5" fmla="*/ 101 h 124"/>
                <a:gd name="T6" fmla="*/ 87 w 101"/>
                <a:gd name="T7" fmla="*/ 0 h 124"/>
                <a:gd name="T8" fmla="*/ 101 w 101"/>
                <a:gd name="T9" fmla="*/ 0 h 124"/>
                <a:gd name="T10" fmla="*/ 101 w 101"/>
                <a:gd name="T11" fmla="*/ 124 h 124"/>
                <a:gd name="T12" fmla="*/ 89 w 101"/>
                <a:gd name="T13" fmla="*/ 124 h 124"/>
                <a:gd name="T14" fmla="*/ 12 w 101"/>
                <a:gd name="T15" fmla="*/ 18 h 124"/>
                <a:gd name="T16" fmla="*/ 12 w 101"/>
                <a:gd name="T17" fmla="*/ 124 h 124"/>
                <a:gd name="T18" fmla="*/ 0 w 101"/>
                <a:gd name="T19" fmla="*/ 124 h 124"/>
                <a:gd name="T20" fmla="*/ 0 w 101"/>
                <a:gd name="T21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124">
                  <a:moveTo>
                    <a:pt x="0" y="0"/>
                  </a:moveTo>
                  <a:lnTo>
                    <a:pt x="13" y="0"/>
                  </a:lnTo>
                  <a:lnTo>
                    <a:pt x="87" y="101"/>
                  </a:lnTo>
                  <a:lnTo>
                    <a:pt x="87" y="0"/>
                  </a:lnTo>
                  <a:lnTo>
                    <a:pt x="101" y="0"/>
                  </a:lnTo>
                  <a:lnTo>
                    <a:pt x="101" y="124"/>
                  </a:lnTo>
                  <a:lnTo>
                    <a:pt x="89" y="124"/>
                  </a:lnTo>
                  <a:lnTo>
                    <a:pt x="12" y="18"/>
                  </a:lnTo>
                  <a:lnTo>
                    <a:pt x="1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A720F58E-511B-4691-BB0C-7E9C00592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86200" y="4197351"/>
              <a:ext cx="130175" cy="196850"/>
            </a:xfrm>
            <a:custGeom>
              <a:avLst/>
              <a:gdLst>
                <a:gd name="T0" fmla="*/ 0 w 82"/>
                <a:gd name="T1" fmla="*/ 0 h 124"/>
                <a:gd name="T2" fmla="*/ 82 w 82"/>
                <a:gd name="T3" fmla="*/ 0 h 124"/>
                <a:gd name="T4" fmla="*/ 82 w 82"/>
                <a:gd name="T5" fmla="*/ 12 h 124"/>
                <a:gd name="T6" fmla="*/ 13 w 82"/>
                <a:gd name="T7" fmla="*/ 12 h 124"/>
                <a:gd name="T8" fmla="*/ 13 w 82"/>
                <a:gd name="T9" fmla="*/ 53 h 124"/>
                <a:gd name="T10" fmla="*/ 80 w 82"/>
                <a:gd name="T11" fmla="*/ 53 h 124"/>
                <a:gd name="T12" fmla="*/ 80 w 82"/>
                <a:gd name="T13" fmla="*/ 65 h 124"/>
                <a:gd name="T14" fmla="*/ 13 w 82"/>
                <a:gd name="T15" fmla="*/ 65 h 124"/>
                <a:gd name="T16" fmla="*/ 13 w 82"/>
                <a:gd name="T17" fmla="*/ 112 h 124"/>
                <a:gd name="T18" fmla="*/ 82 w 82"/>
                <a:gd name="T19" fmla="*/ 112 h 124"/>
                <a:gd name="T20" fmla="*/ 82 w 82"/>
                <a:gd name="T21" fmla="*/ 124 h 124"/>
                <a:gd name="T22" fmla="*/ 0 w 82"/>
                <a:gd name="T23" fmla="*/ 124 h 124"/>
                <a:gd name="T24" fmla="*/ 0 w 82"/>
                <a:gd name="T2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24">
                  <a:moveTo>
                    <a:pt x="0" y="0"/>
                  </a:moveTo>
                  <a:lnTo>
                    <a:pt x="82" y="0"/>
                  </a:lnTo>
                  <a:lnTo>
                    <a:pt x="82" y="12"/>
                  </a:lnTo>
                  <a:lnTo>
                    <a:pt x="13" y="12"/>
                  </a:lnTo>
                  <a:lnTo>
                    <a:pt x="13" y="53"/>
                  </a:lnTo>
                  <a:lnTo>
                    <a:pt x="80" y="53"/>
                  </a:lnTo>
                  <a:lnTo>
                    <a:pt x="80" y="65"/>
                  </a:lnTo>
                  <a:lnTo>
                    <a:pt x="13" y="65"/>
                  </a:lnTo>
                  <a:lnTo>
                    <a:pt x="13" y="112"/>
                  </a:lnTo>
                  <a:lnTo>
                    <a:pt x="82" y="112"/>
                  </a:lnTo>
                  <a:lnTo>
                    <a:pt x="8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42D7B96D-77EF-4C83-8B22-D95AEC757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8125" y="4197351"/>
              <a:ext cx="166687" cy="196850"/>
            </a:xfrm>
            <a:custGeom>
              <a:avLst/>
              <a:gdLst>
                <a:gd name="T0" fmla="*/ 46 w 105"/>
                <a:gd name="T1" fmla="*/ 12 h 124"/>
                <a:gd name="T2" fmla="*/ 0 w 105"/>
                <a:gd name="T3" fmla="*/ 12 h 124"/>
                <a:gd name="T4" fmla="*/ 0 w 105"/>
                <a:gd name="T5" fmla="*/ 0 h 124"/>
                <a:gd name="T6" fmla="*/ 105 w 105"/>
                <a:gd name="T7" fmla="*/ 0 h 124"/>
                <a:gd name="T8" fmla="*/ 105 w 105"/>
                <a:gd name="T9" fmla="*/ 12 h 124"/>
                <a:gd name="T10" fmla="*/ 59 w 105"/>
                <a:gd name="T11" fmla="*/ 12 h 124"/>
                <a:gd name="T12" fmla="*/ 59 w 105"/>
                <a:gd name="T13" fmla="*/ 124 h 124"/>
                <a:gd name="T14" fmla="*/ 46 w 105"/>
                <a:gd name="T15" fmla="*/ 124 h 124"/>
                <a:gd name="T16" fmla="*/ 46 w 105"/>
                <a:gd name="T17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24">
                  <a:moveTo>
                    <a:pt x="46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5" y="12"/>
                  </a:lnTo>
                  <a:lnTo>
                    <a:pt x="59" y="12"/>
                  </a:lnTo>
                  <a:lnTo>
                    <a:pt x="59" y="124"/>
                  </a:lnTo>
                  <a:lnTo>
                    <a:pt x="46" y="124"/>
                  </a:lnTo>
                  <a:lnTo>
                    <a:pt x="46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AF9EBF7-B3A2-4271-86DF-AD10DFA2AC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1800" y="4197351"/>
              <a:ext cx="268287" cy="196850"/>
            </a:xfrm>
            <a:custGeom>
              <a:avLst/>
              <a:gdLst>
                <a:gd name="T0" fmla="*/ 0 w 169"/>
                <a:gd name="T1" fmla="*/ 0 h 124"/>
                <a:gd name="T2" fmla="*/ 14 w 169"/>
                <a:gd name="T3" fmla="*/ 0 h 124"/>
                <a:gd name="T4" fmla="*/ 45 w 169"/>
                <a:gd name="T5" fmla="*/ 101 h 124"/>
                <a:gd name="T6" fmla="*/ 78 w 169"/>
                <a:gd name="T7" fmla="*/ 0 h 124"/>
                <a:gd name="T8" fmla="*/ 91 w 169"/>
                <a:gd name="T9" fmla="*/ 0 h 124"/>
                <a:gd name="T10" fmla="*/ 124 w 169"/>
                <a:gd name="T11" fmla="*/ 101 h 124"/>
                <a:gd name="T12" fmla="*/ 155 w 169"/>
                <a:gd name="T13" fmla="*/ 0 h 124"/>
                <a:gd name="T14" fmla="*/ 169 w 169"/>
                <a:gd name="T15" fmla="*/ 0 h 124"/>
                <a:gd name="T16" fmla="*/ 128 w 169"/>
                <a:gd name="T17" fmla="*/ 124 h 124"/>
                <a:gd name="T18" fmla="*/ 118 w 169"/>
                <a:gd name="T19" fmla="*/ 124 h 124"/>
                <a:gd name="T20" fmla="*/ 85 w 169"/>
                <a:gd name="T21" fmla="*/ 21 h 124"/>
                <a:gd name="T22" fmla="*/ 51 w 169"/>
                <a:gd name="T23" fmla="*/ 124 h 124"/>
                <a:gd name="T24" fmla="*/ 39 w 169"/>
                <a:gd name="T25" fmla="*/ 124 h 124"/>
                <a:gd name="T26" fmla="*/ 0 w 169"/>
                <a:gd name="T2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24">
                  <a:moveTo>
                    <a:pt x="0" y="0"/>
                  </a:moveTo>
                  <a:lnTo>
                    <a:pt x="14" y="0"/>
                  </a:lnTo>
                  <a:lnTo>
                    <a:pt x="45" y="101"/>
                  </a:lnTo>
                  <a:lnTo>
                    <a:pt x="78" y="0"/>
                  </a:lnTo>
                  <a:lnTo>
                    <a:pt x="91" y="0"/>
                  </a:lnTo>
                  <a:lnTo>
                    <a:pt x="124" y="101"/>
                  </a:lnTo>
                  <a:lnTo>
                    <a:pt x="155" y="0"/>
                  </a:lnTo>
                  <a:lnTo>
                    <a:pt x="169" y="0"/>
                  </a:lnTo>
                  <a:lnTo>
                    <a:pt x="128" y="124"/>
                  </a:lnTo>
                  <a:lnTo>
                    <a:pt x="118" y="124"/>
                  </a:lnTo>
                  <a:lnTo>
                    <a:pt x="85" y="21"/>
                  </a:lnTo>
                  <a:lnTo>
                    <a:pt x="51" y="124"/>
                  </a:lnTo>
                  <a:lnTo>
                    <a:pt x="39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24863184-61D4-4BEA-A1ED-DD43027D05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27550" y="4192588"/>
              <a:ext cx="198437" cy="204788"/>
            </a:xfrm>
            <a:custGeom>
              <a:avLst/>
              <a:gdLst>
                <a:gd name="T0" fmla="*/ 0 w 83"/>
                <a:gd name="T1" fmla="*/ 43 h 85"/>
                <a:gd name="T2" fmla="*/ 42 w 83"/>
                <a:gd name="T3" fmla="*/ 0 h 85"/>
                <a:gd name="T4" fmla="*/ 83 w 83"/>
                <a:gd name="T5" fmla="*/ 43 h 85"/>
                <a:gd name="T6" fmla="*/ 42 w 83"/>
                <a:gd name="T7" fmla="*/ 85 h 85"/>
                <a:gd name="T8" fmla="*/ 0 w 83"/>
                <a:gd name="T9" fmla="*/ 43 h 85"/>
                <a:gd name="T10" fmla="*/ 74 w 83"/>
                <a:gd name="T11" fmla="*/ 43 h 85"/>
                <a:gd name="T12" fmla="*/ 42 w 83"/>
                <a:gd name="T13" fmla="*/ 9 h 85"/>
                <a:gd name="T14" fmla="*/ 9 w 83"/>
                <a:gd name="T15" fmla="*/ 43 h 85"/>
                <a:gd name="T16" fmla="*/ 42 w 83"/>
                <a:gd name="T17" fmla="*/ 77 h 85"/>
                <a:gd name="T18" fmla="*/ 74 w 83"/>
                <a:gd name="T19" fmla="*/ 4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5">
                  <a:moveTo>
                    <a:pt x="0" y="43"/>
                  </a:moveTo>
                  <a:cubicBezTo>
                    <a:pt x="0" y="13"/>
                    <a:pt x="15" y="0"/>
                    <a:pt x="42" y="0"/>
                  </a:cubicBezTo>
                  <a:cubicBezTo>
                    <a:pt x="68" y="0"/>
                    <a:pt x="83" y="13"/>
                    <a:pt x="83" y="43"/>
                  </a:cubicBezTo>
                  <a:cubicBezTo>
                    <a:pt x="83" y="72"/>
                    <a:pt x="68" y="85"/>
                    <a:pt x="42" y="85"/>
                  </a:cubicBezTo>
                  <a:cubicBezTo>
                    <a:pt x="15" y="85"/>
                    <a:pt x="0" y="72"/>
                    <a:pt x="0" y="43"/>
                  </a:cubicBezTo>
                  <a:close/>
                  <a:moveTo>
                    <a:pt x="74" y="43"/>
                  </a:moveTo>
                  <a:cubicBezTo>
                    <a:pt x="74" y="21"/>
                    <a:pt x="64" y="9"/>
                    <a:pt x="42" y="9"/>
                  </a:cubicBezTo>
                  <a:cubicBezTo>
                    <a:pt x="19" y="9"/>
                    <a:pt x="9" y="21"/>
                    <a:pt x="9" y="43"/>
                  </a:cubicBezTo>
                  <a:cubicBezTo>
                    <a:pt x="9" y="65"/>
                    <a:pt x="19" y="77"/>
                    <a:pt x="42" y="77"/>
                  </a:cubicBezTo>
                  <a:cubicBezTo>
                    <a:pt x="64" y="77"/>
                    <a:pt x="74" y="65"/>
                    <a:pt x="74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9B1F8F05-F6BC-424D-B415-1B98A4B6B1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68850" y="4197351"/>
              <a:ext cx="150812" cy="196850"/>
            </a:xfrm>
            <a:custGeom>
              <a:avLst/>
              <a:gdLst>
                <a:gd name="T0" fmla="*/ 33 w 63"/>
                <a:gd name="T1" fmla="*/ 48 h 82"/>
                <a:gd name="T2" fmla="*/ 8 w 63"/>
                <a:gd name="T3" fmla="*/ 48 h 82"/>
                <a:gd name="T4" fmla="*/ 8 w 63"/>
                <a:gd name="T5" fmla="*/ 82 h 82"/>
                <a:gd name="T6" fmla="*/ 0 w 63"/>
                <a:gd name="T7" fmla="*/ 82 h 82"/>
                <a:gd name="T8" fmla="*/ 0 w 63"/>
                <a:gd name="T9" fmla="*/ 0 h 82"/>
                <a:gd name="T10" fmla="*/ 35 w 63"/>
                <a:gd name="T11" fmla="*/ 0 h 82"/>
                <a:gd name="T12" fmla="*/ 63 w 63"/>
                <a:gd name="T13" fmla="*/ 24 h 82"/>
                <a:gd name="T14" fmla="*/ 42 w 63"/>
                <a:gd name="T15" fmla="*/ 48 h 82"/>
                <a:gd name="T16" fmla="*/ 61 w 63"/>
                <a:gd name="T17" fmla="*/ 82 h 82"/>
                <a:gd name="T18" fmla="*/ 52 w 63"/>
                <a:gd name="T19" fmla="*/ 82 h 82"/>
                <a:gd name="T20" fmla="*/ 33 w 63"/>
                <a:gd name="T21" fmla="*/ 48 h 82"/>
                <a:gd name="T22" fmla="*/ 35 w 63"/>
                <a:gd name="T23" fmla="*/ 40 h 82"/>
                <a:gd name="T24" fmla="*/ 54 w 63"/>
                <a:gd name="T25" fmla="*/ 24 h 82"/>
                <a:gd name="T26" fmla="*/ 35 w 63"/>
                <a:gd name="T27" fmla="*/ 8 h 82"/>
                <a:gd name="T28" fmla="*/ 8 w 63"/>
                <a:gd name="T29" fmla="*/ 8 h 82"/>
                <a:gd name="T30" fmla="*/ 8 w 63"/>
                <a:gd name="T31" fmla="*/ 40 h 82"/>
                <a:gd name="T32" fmla="*/ 35 w 63"/>
                <a:gd name="T33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82">
                  <a:moveTo>
                    <a:pt x="33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54" y="0"/>
                    <a:pt x="63" y="7"/>
                    <a:pt x="63" y="24"/>
                  </a:cubicBezTo>
                  <a:cubicBezTo>
                    <a:pt x="63" y="38"/>
                    <a:pt x="56" y="46"/>
                    <a:pt x="42" y="48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52" y="82"/>
                    <a:pt x="52" y="82"/>
                    <a:pt x="52" y="82"/>
                  </a:cubicBezTo>
                  <a:lnTo>
                    <a:pt x="33" y="48"/>
                  </a:lnTo>
                  <a:close/>
                  <a:moveTo>
                    <a:pt x="35" y="40"/>
                  </a:moveTo>
                  <a:cubicBezTo>
                    <a:pt x="47" y="40"/>
                    <a:pt x="54" y="37"/>
                    <a:pt x="54" y="24"/>
                  </a:cubicBezTo>
                  <a:cubicBezTo>
                    <a:pt x="54" y="11"/>
                    <a:pt x="47" y="8"/>
                    <a:pt x="3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35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0C91E9B-149C-4D99-8881-304C93DEC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2525" y="4197351"/>
              <a:ext cx="153987" cy="196850"/>
            </a:xfrm>
            <a:custGeom>
              <a:avLst/>
              <a:gdLst>
                <a:gd name="T0" fmla="*/ 38 w 97"/>
                <a:gd name="T1" fmla="*/ 57 h 124"/>
                <a:gd name="T2" fmla="*/ 14 w 97"/>
                <a:gd name="T3" fmla="*/ 85 h 124"/>
                <a:gd name="T4" fmla="*/ 14 w 97"/>
                <a:gd name="T5" fmla="*/ 124 h 124"/>
                <a:gd name="T6" fmla="*/ 0 w 97"/>
                <a:gd name="T7" fmla="*/ 124 h 124"/>
                <a:gd name="T8" fmla="*/ 0 w 97"/>
                <a:gd name="T9" fmla="*/ 0 h 124"/>
                <a:gd name="T10" fmla="*/ 14 w 97"/>
                <a:gd name="T11" fmla="*/ 0 h 124"/>
                <a:gd name="T12" fmla="*/ 14 w 97"/>
                <a:gd name="T13" fmla="*/ 68 h 124"/>
                <a:gd name="T14" fmla="*/ 76 w 97"/>
                <a:gd name="T15" fmla="*/ 0 h 124"/>
                <a:gd name="T16" fmla="*/ 91 w 97"/>
                <a:gd name="T17" fmla="*/ 0 h 124"/>
                <a:gd name="T18" fmla="*/ 47 w 97"/>
                <a:gd name="T19" fmla="*/ 48 h 124"/>
                <a:gd name="T20" fmla="*/ 97 w 97"/>
                <a:gd name="T21" fmla="*/ 124 h 124"/>
                <a:gd name="T22" fmla="*/ 82 w 97"/>
                <a:gd name="T23" fmla="*/ 124 h 124"/>
                <a:gd name="T24" fmla="*/ 38 w 97"/>
                <a:gd name="T25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24">
                  <a:moveTo>
                    <a:pt x="38" y="57"/>
                  </a:moveTo>
                  <a:lnTo>
                    <a:pt x="14" y="85"/>
                  </a:lnTo>
                  <a:lnTo>
                    <a:pt x="14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68"/>
                  </a:lnTo>
                  <a:lnTo>
                    <a:pt x="76" y="0"/>
                  </a:lnTo>
                  <a:lnTo>
                    <a:pt x="91" y="0"/>
                  </a:lnTo>
                  <a:lnTo>
                    <a:pt x="47" y="48"/>
                  </a:lnTo>
                  <a:lnTo>
                    <a:pt x="97" y="124"/>
                  </a:lnTo>
                  <a:lnTo>
                    <a:pt x="82" y="124"/>
                  </a:lnTo>
                  <a:lnTo>
                    <a:pt x="3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C31EA682-8F2F-4033-AE85-BA364C4F5B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33975" y="4192588"/>
              <a:ext cx="160337" cy="204788"/>
            </a:xfrm>
            <a:custGeom>
              <a:avLst/>
              <a:gdLst>
                <a:gd name="T0" fmla="*/ 0 w 67"/>
                <a:gd name="T1" fmla="*/ 75 h 85"/>
                <a:gd name="T2" fmla="*/ 5 w 67"/>
                <a:gd name="T3" fmla="*/ 69 h 85"/>
                <a:gd name="T4" fmla="*/ 34 w 67"/>
                <a:gd name="T5" fmla="*/ 77 h 85"/>
                <a:gd name="T6" fmla="*/ 59 w 67"/>
                <a:gd name="T7" fmla="*/ 61 h 85"/>
                <a:gd name="T8" fmla="*/ 34 w 67"/>
                <a:gd name="T9" fmla="*/ 45 h 85"/>
                <a:gd name="T10" fmla="*/ 5 w 67"/>
                <a:gd name="T11" fmla="*/ 22 h 85"/>
                <a:gd name="T12" fmla="*/ 34 w 67"/>
                <a:gd name="T13" fmla="*/ 0 h 85"/>
                <a:gd name="T14" fmla="*/ 63 w 67"/>
                <a:gd name="T15" fmla="*/ 8 h 85"/>
                <a:gd name="T16" fmla="*/ 58 w 67"/>
                <a:gd name="T17" fmla="*/ 15 h 85"/>
                <a:gd name="T18" fmla="*/ 34 w 67"/>
                <a:gd name="T19" fmla="*/ 8 h 85"/>
                <a:gd name="T20" fmla="*/ 13 w 67"/>
                <a:gd name="T21" fmla="*/ 22 h 85"/>
                <a:gd name="T22" fmla="*/ 36 w 67"/>
                <a:gd name="T23" fmla="*/ 37 h 85"/>
                <a:gd name="T24" fmla="*/ 67 w 67"/>
                <a:gd name="T25" fmla="*/ 61 h 85"/>
                <a:gd name="T26" fmla="*/ 34 w 67"/>
                <a:gd name="T27" fmla="*/ 85 h 85"/>
                <a:gd name="T28" fmla="*/ 0 w 67"/>
                <a:gd name="T29" fmla="*/ 7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85">
                  <a:moveTo>
                    <a:pt x="0" y="75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15" y="75"/>
                    <a:pt x="24" y="77"/>
                    <a:pt x="34" y="77"/>
                  </a:cubicBezTo>
                  <a:cubicBezTo>
                    <a:pt x="51" y="77"/>
                    <a:pt x="59" y="72"/>
                    <a:pt x="59" y="61"/>
                  </a:cubicBezTo>
                  <a:cubicBezTo>
                    <a:pt x="59" y="49"/>
                    <a:pt x="49" y="48"/>
                    <a:pt x="34" y="45"/>
                  </a:cubicBezTo>
                  <a:cubicBezTo>
                    <a:pt x="16" y="42"/>
                    <a:pt x="5" y="39"/>
                    <a:pt x="5" y="22"/>
                  </a:cubicBezTo>
                  <a:cubicBezTo>
                    <a:pt x="5" y="7"/>
                    <a:pt x="15" y="0"/>
                    <a:pt x="34" y="0"/>
                  </a:cubicBezTo>
                  <a:cubicBezTo>
                    <a:pt x="47" y="0"/>
                    <a:pt x="56" y="3"/>
                    <a:pt x="63" y="8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2" y="11"/>
                    <a:pt x="43" y="8"/>
                    <a:pt x="34" y="8"/>
                  </a:cubicBezTo>
                  <a:cubicBezTo>
                    <a:pt x="19" y="8"/>
                    <a:pt x="13" y="12"/>
                    <a:pt x="13" y="22"/>
                  </a:cubicBezTo>
                  <a:cubicBezTo>
                    <a:pt x="13" y="33"/>
                    <a:pt x="22" y="35"/>
                    <a:pt x="36" y="37"/>
                  </a:cubicBezTo>
                  <a:cubicBezTo>
                    <a:pt x="54" y="40"/>
                    <a:pt x="67" y="43"/>
                    <a:pt x="67" y="61"/>
                  </a:cubicBezTo>
                  <a:cubicBezTo>
                    <a:pt x="67" y="77"/>
                    <a:pt x="57" y="85"/>
                    <a:pt x="34" y="85"/>
                  </a:cubicBezTo>
                  <a:cubicBezTo>
                    <a:pt x="22" y="85"/>
                    <a:pt x="11" y="82"/>
                    <a:pt x="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89C632C-5E49-4BA9-99AA-EB80E006D8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3350" y="3379788"/>
              <a:ext cx="352425" cy="730250"/>
            </a:xfrm>
            <a:custGeom>
              <a:avLst/>
              <a:gdLst>
                <a:gd name="T0" fmla="*/ 120 w 147"/>
                <a:gd name="T1" fmla="*/ 0 h 303"/>
                <a:gd name="T2" fmla="*/ 0 w 147"/>
                <a:gd name="T3" fmla="*/ 125 h 303"/>
                <a:gd name="T4" fmla="*/ 0 w 147"/>
                <a:gd name="T5" fmla="*/ 303 h 303"/>
                <a:gd name="T6" fmla="*/ 27 w 147"/>
                <a:gd name="T7" fmla="*/ 303 h 303"/>
                <a:gd name="T8" fmla="*/ 27 w 147"/>
                <a:gd name="T9" fmla="*/ 125 h 303"/>
                <a:gd name="T10" fmla="*/ 120 w 147"/>
                <a:gd name="T11" fmla="*/ 26 h 303"/>
                <a:gd name="T12" fmla="*/ 147 w 147"/>
                <a:gd name="T13" fmla="*/ 27 h 303"/>
                <a:gd name="T14" fmla="*/ 147 w 147"/>
                <a:gd name="T15" fmla="*/ 1 h 303"/>
                <a:gd name="T16" fmla="*/ 120 w 147"/>
                <a:gd name="T17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303">
                  <a:moveTo>
                    <a:pt x="120" y="0"/>
                  </a:moveTo>
                  <a:cubicBezTo>
                    <a:pt x="5" y="0"/>
                    <a:pt x="0" y="52"/>
                    <a:pt x="0" y="125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70"/>
                    <a:pt x="25" y="26"/>
                    <a:pt x="120" y="26"/>
                  </a:cubicBezTo>
                  <a:cubicBezTo>
                    <a:pt x="130" y="26"/>
                    <a:pt x="139" y="26"/>
                    <a:pt x="147" y="27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39" y="1"/>
                    <a:pt x="130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C8916602-BD36-406B-ACE7-C9CACB6CE8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81238" y="3394076"/>
              <a:ext cx="582612" cy="730250"/>
            </a:xfrm>
            <a:custGeom>
              <a:avLst/>
              <a:gdLst>
                <a:gd name="T0" fmla="*/ 0 w 243"/>
                <a:gd name="T1" fmla="*/ 181 h 303"/>
                <a:gd name="T2" fmla="*/ 0 w 243"/>
                <a:gd name="T3" fmla="*/ 0 h 303"/>
                <a:gd name="T4" fmla="*/ 28 w 243"/>
                <a:gd name="T5" fmla="*/ 0 h 303"/>
                <a:gd name="T6" fmla="*/ 28 w 243"/>
                <a:gd name="T7" fmla="*/ 182 h 303"/>
                <a:gd name="T8" fmla="*/ 123 w 243"/>
                <a:gd name="T9" fmla="*/ 278 h 303"/>
                <a:gd name="T10" fmla="*/ 216 w 243"/>
                <a:gd name="T11" fmla="*/ 179 h 303"/>
                <a:gd name="T12" fmla="*/ 216 w 243"/>
                <a:gd name="T13" fmla="*/ 0 h 303"/>
                <a:gd name="T14" fmla="*/ 243 w 243"/>
                <a:gd name="T15" fmla="*/ 0 h 303"/>
                <a:gd name="T16" fmla="*/ 243 w 243"/>
                <a:gd name="T17" fmla="*/ 179 h 303"/>
                <a:gd name="T18" fmla="*/ 123 w 243"/>
                <a:gd name="T19" fmla="*/ 303 h 303"/>
                <a:gd name="T20" fmla="*/ 0 w 243"/>
                <a:gd name="T21" fmla="*/ 181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303">
                  <a:moveTo>
                    <a:pt x="0" y="18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82"/>
                    <a:pt x="28" y="182"/>
                    <a:pt x="28" y="182"/>
                  </a:cubicBezTo>
                  <a:cubicBezTo>
                    <a:pt x="28" y="234"/>
                    <a:pt x="27" y="278"/>
                    <a:pt x="123" y="278"/>
                  </a:cubicBezTo>
                  <a:cubicBezTo>
                    <a:pt x="218" y="278"/>
                    <a:pt x="216" y="234"/>
                    <a:pt x="216" y="179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179"/>
                    <a:pt x="243" y="179"/>
                    <a:pt x="243" y="179"/>
                  </a:cubicBezTo>
                  <a:cubicBezTo>
                    <a:pt x="243" y="252"/>
                    <a:pt x="238" y="303"/>
                    <a:pt x="123" y="303"/>
                  </a:cubicBezTo>
                  <a:cubicBezTo>
                    <a:pt x="7" y="303"/>
                    <a:pt x="0" y="252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3B15909C-B863-4B91-9EFD-6A5C9A247F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73388" y="3379788"/>
              <a:ext cx="581025" cy="730250"/>
            </a:xfrm>
            <a:custGeom>
              <a:avLst/>
              <a:gdLst>
                <a:gd name="T0" fmla="*/ 242 w 242"/>
                <a:gd name="T1" fmla="*/ 122 h 303"/>
                <a:gd name="T2" fmla="*/ 242 w 242"/>
                <a:gd name="T3" fmla="*/ 303 h 303"/>
                <a:gd name="T4" fmla="*/ 215 w 242"/>
                <a:gd name="T5" fmla="*/ 303 h 303"/>
                <a:gd name="T6" fmla="*/ 215 w 242"/>
                <a:gd name="T7" fmla="*/ 122 h 303"/>
                <a:gd name="T8" fmla="*/ 120 w 242"/>
                <a:gd name="T9" fmla="*/ 26 h 303"/>
                <a:gd name="T10" fmla="*/ 27 w 242"/>
                <a:gd name="T11" fmla="*/ 125 h 303"/>
                <a:gd name="T12" fmla="*/ 27 w 242"/>
                <a:gd name="T13" fmla="*/ 303 h 303"/>
                <a:gd name="T14" fmla="*/ 0 w 242"/>
                <a:gd name="T15" fmla="*/ 303 h 303"/>
                <a:gd name="T16" fmla="*/ 0 w 242"/>
                <a:gd name="T17" fmla="*/ 125 h 303"/>
                <a:gd name="T18" fmla="*/ 120 w 242"/>
                <a:gd name="T19" fmla="*/ 0 h 303"/>
                <a:gd name="T20" fmla="*/ 242 w 242"/>
                <a:gd name="T21" fmla="*/ 12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303">
                  <a:moveTo>
                    <a:pt x="242" y="122"/>
                  </a:moveTo>
                  <a:cubicBezTo>
                    <a:pt x="242" y="303"/>
                    <a:pt x="242" y="303"/>
                    <a:pt x="242" y="303"/>
                  </a:cubicBezTo>
                  <a:cubicBezTo>
                    <a:pt x="215" y="303"/>
                    <a:pt x="215" y="303"/>
                    <a:pt x="215" y="303"/>
                  </a:cubicBezTo>
                  <a:cubicBezTo>
                    <a:pt x="215" y="122"/>
                    <a:pt x="215" y="122"/>
                    <a:pt x="215" y="122"/>
                  </a:cubicBezTo>
                  <a:cubicBezTo>
                    <a:pt x="215" y="70"/>
                    <a:pt x="215" y="26"/>
                    <a:pt x="120" y="26"/>
                  </a:cubicBezTo>
                  <a:cubicBezTo>
                    <a:pt x="25" y="26"/>
                    <a:pt x="27" y="70"/>
                    <a:pt x="27" y="125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52"/>
                    <a:pt x="5" y="0"/>
                    <a:pt x="120" y="0"/>
                  </a:cubicBezTo>
                  <a:cubicBezTo>
                    <a:pt x="235" y="0"/>
                    <a:pt x="242" y="52"/>
                    <a:pt x="242" y="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9" name="Rectangle 16">
              <a:extLst>
                <a:ext uri="{FF2B5EF4-FFF2-40B4-BE49-F238E27FC236}">
                  <a16:creationId xmlns:a16="http://schemas.microsoft.com/office/drawing/2014/main" id="{23238A1E-5709-4EAC-94B7-5F6AF848C0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76650" y="3397251"/>
              <a:ext cx="61912" cy="7127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AD4EB01E-926D-4B13-A488-A9571F8698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57625" y="3397251"/>
              <a:ext cx="573087" cy="712788"/>
            </a:xfrm>
            <a:custGeom>
              <a:avLst/>
              <a:gdLst>
                <a:gd name="T0" fmla="*/ 0 w 239"/>
                <a:gd name="T1" fmla="*/ 0 h 296"/>
                <a:gd name="T2" fmla="*/ 139 w 239"/>
                <a:gd name="T3" fmla="*/ 0 h 296"/>
                <a:gd name="T4" fmla="*/ 239 w 239"/>
                <a:gd name="T5" fmla="*/ 95 h 296"/>
                <a:gd name="T6" fmla="*/ 139 w 239"/>
                <a:gd name="T7" fmla="*/ 193 h 296"/>
                <a:gd name="T8" fmla="*/ 27 w 239"/>
                <a:gd name="T9" fmla="*/ 193 h 296"/>
                <a:gd name="T10" fmla="*/ 27 w 239"/>
                <a:gd name="T11" fmla="*/ 296 h 296"/>
                <a:gd name="T12" fmla="*/ 0 w 239"/>
                <a:gd name="T13" fmla="*/ 296 h 296"/>
                <a:gd name="T14" fmla="*/ 0 w 239"/>
                <a:gd name="T15" fmla="*/ 0 h 296"/>
                <a:gd name="T16" fmla="*/ 139 w 239"/>
                <a:gd name="T17" fmla="*/ 167 h 296"/>
                <a:gd name="T18" fmla="*/ 211 w 239"/>
                <a:gd name="T19" fmla="*/ 96 h 296"/>
                <a:gd name="T20" fmla="*/ 138 w 239"/>
                <a:gd name="T21" fmla="*/ 26 h 296"/>
                <a:gd name="T22" fmla="*/ 27 w 239"/>
                <a:gd name="T23" fmla="*/ 26 h 296"/>
                <a:gd name="T24" fmla="*/ 27 w 239"/>
                <a:gd name="T25" fmla="*/ 167 h 296"/>
                <a:gd name="T26" fmla="*/ 139 w 239"/>
                <a:gd name="T27" fmla="*/ 16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9" h="296">
                  <a:moveTo>
                    <a:pt x="0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208" y="0"/>
                    <a:pt x="239" y="34"/>
                    <a:pt x="239" y="95"/>
                  </a:cubicBezTo>
                  <a:cubicBezTo>
                    <a:pt x="239" y="156"/>
                    <a:pt x="208" y="193"/>
                    <a:pt x="139" y="193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7" y="296"/>
                    <a:pt x="27" y="296"/>
                    <a:pt x="27" y="296"/>
                  </a:cubicBezTo>
                  <a:cubicBezTo>
                    <a:pt x="0" y="296"/>
                    <a:pt x="0" y="296"/>
                    <a:pt x="0" y="296"/>
                  </a:cubicBezTo>
                  <a:lnTo>
                    <a:pt x="0" y="0"/>
                  </a:lnTo>
                  <a:close/>
                  <a:moveTo>
                    <a:pt x="139" y="167"/>
                  </a:moveTo>
                  <a:cubicBezTo>
                    <a:pt x="187" y="167"/>
                    <a:pt x="211" y="143"/>
                    <a:pt x="211" y="96"/>
                  </a:cubicBezTo>
                  <a:cubicBezTo>
                    <a:pt x="211" y="49"/>
                    <a:pt x="185" y="26"/>
                    <a:pt x="13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167"/>
                    <a:pt x="27" y="167"/>
                    <a:pt x="27" y="167"/>
                  </a:cubicBezTo>
                  <a:lnTo>
                    <a:pt x="139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1B702DAA-777C-4935-8D21-31BF0B6FE5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5325" y="3378201"/>
              <a:ext cx="614362" cy="746125"/>
            </a:xfrm>
            <a:custGeom>
              <a:avLst/>
              <a:gdLst>
                <a:gd name="T0" fmla="*/ 0 w 256"/>
                <a:gd name="T1" fmla="*/ 155 h 310"/>
                <a:gd name="T2" fmla="*/ 137 w 256"/>
                <a:gd name="T3" fmla="*/ 0 h 310"/>
                <a:gd name="T4" fmla="*/ 256 w 256"/>
                <a:gd name="T5" fmla="*/ 160 h 310"/>
                <a:gd name="T6" fmla="*/ 27 w 256"/>
                <a:gd name="T7" fmla="*/ 160 h 310"/>
                <a:gd name="T8" fmla="*/ 139 w 256"/>
                <a:gd name="T9" fmla="*/ 286 h 310"/>
                <a:gd name="T10" fmla="*/ 236 w 256"/>
                <a:gd name="T11" fmla="*/ 254 h 310"/>
                <a:gd name="T12" fmla="*/ 251 w 256"/>
                <a:gd name="T13" fmla="*/ 274 h 310"/>
                <a:gd name="T14" fmla="*/ 139 w 256"/>
                <a:gd name="T15" fmla="*/ 310 h 310"/>
                <a:gd name="T16" fmla="*/ 0 w 256"/>
                <a:gd name="T17" fmla="*/ 155 h 310"/>
                <a:gd name="T18" fmla="*/ 27 w 256"/>
                <a:gd name="T19" fmla="*/ 135 h 310"/>
                <a:gd name="T20" fmla="*/ 229 w 256"/>
                <a:gd name="T21" fmla="*/ 135 h 310"/>
                <a:gd name="T22" fmla="*/ 136 w 256"/>
                <a:gd name="T23" fmla="*/ 25 h 310"/>
                <a:gd name="T24" fmla="*/ 27 w 256"/>
                <a:gd name="T25" fmla="*/ 13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10">
                  <a:moveTo>
                    <a:pt x="0" y="155"/>
                  </a:moveTo>
                  <a:cubicBezTo>
                    <a:pt x="0" y="68"/>
                    <a:pt x="25" y="0"/>
                    <a:pt x="137" y="0"/>
                  </a:cubicBezTo>
                  <a:cubicBezTo>
                    <a:pt x="252" y="0"/>
                    <a:pt x="256" y="78"/>
                    <a:pt x="256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232"/>
                    <a:pt x="45" y="286"/>
                    <a:pt x="139" y="286"/>
                  </a:cubicBezTo>
                  <a:cubicBezTo>
                    <a:pt x="189" y="286"/>
                    <a:pt x="212" y="272"/>
                    <a:pt x="236" y="254"/>
                  </a:cubicBezTo>
                  <a:cubicBezTo>
                    <a:pt x="251" y="274"/>
                    <a:pt x="251" y="274"/>
                    <a:pt x="251" y="274"/>
                  </a:cubicBezTo>
                  <a:cubicBezTo>
                    <a:pt x="224" y="294"/>
                    <a:pt x="192" y="310"/>
                    <a:pt x="139" y="310"/>
                  </a:cubicBezTo>
                  <a:cubicBezTo>
                    <a:pt x="22" y="310"/>
                    <a:pt x="0" y="242"/>
                    <a:pt x="0" y="155"/>
                  </a:cubicBezTo>
                  <a:close/>
                  <a:moveTo>
                    <a:pt x="27" y="135"/>
                  </a:moveTo>
                  <a:cubicBezTo>
                    <a:pt x="229" y="135"/>
                    <a:pt x="229" y="135"/>
                    <a:pt x="229" y="135"/>
                  </a:cubicBezTo>
                  <a:cubicBezTo>
                    <a:pt x="226" y="76"/>
                    <a:pt x="223" y="25"/>
                    <a:pt x="136" y="25"/>
                  </a:cubicBezTo>
                  <a:cubicBezTo>
                    <a:pt x="53" y="25"/>
                    <a:pt x="30" y="70"/>
                    <a:pt x="27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0166519D-01B0-4CC3-B2C7-73505A8F7B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5788" y="3394076"/>
              <a:ext cx="312737" cy="873125"/>
            </a:xfrm>
            <a:custGeom>
              <a:avLst/>
              <a:gdLst>
                <a:gd name="T0" fmla="*/ 10 w 130"/>
                <a:gd name="T1" fmla="*/ 362 h 362"/>
                <a:gd name="T2" fmla="*/ 130 w 130"/>
                <a:gd name="T3" fmla="*/ 237 h 362"/>
                <a:gd name="T4" fmla="*/ 130 w 130"/>
                <a:gd name="T5" fmla="*/ 0 h 362"/>
                <a:gd name="T6" fmla="*/ 103 w 130"/>
                <a:gd name="T7" fmla="*/ 0 h 362"/>
                <a:gd name="T8" fmla="*/ 103 w 130"/>
                <a:gd name="T9" fmla="*/ 237 h 362"/>
                <a:gd name="T10" fmla="*/ 10 w 130"/>
                <a:gd name="T11" fmla="*/ 336 h 362"/>
                <a:gd name="T12" fmla="*/ 0 w 130"/>
                <a:gd name="T13" fmla="*/ 336 h 362"/>
                <a:gd name="T14" fmla="*/ 0 w 130"/>
                <a:gd name="T15" fmla="*/ 361 h 362"/>
                <a:gd name="T16" fmla="*/ 10 w 130"/>
                <a:gd name="T17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362">
                  <a:moveTo>
                    <a:pt x="10" y="362"/>
                  </a:moveTo>
                  <a:cubicBezTo>
                    <a:pt x="126" y="362"/>
                    <a:pt x="130" y="310"/>
                    <a:pt x="130" y="237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237"/>
                    <a:pt x="103" y="237"/>
                    <a:pt x="103" y="237"/>
                  </a:cubicBezTo>
                  <a:cubicBezTo>
                    <a:pt x="103" y="292"/>
                    <a:pt x="105" y="336"/>
                    <a:pt x="10" y="336"/>
                  </a:cubicBezTo>
                  <a:cubicBezTo>
                    <a:pt x="7" y="336"/>
                    <a:pt x="3" y="336"/>
                    <a:pt x="0" y="336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3" y="362"/>
                    <a:pt x="7" y="362"/>
                    <a:pt x="10" y="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2C25CB92-1B9A-46C4-9247-53F12660A6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373688" y="4022726"/>
              <a:ext cx="90487" cy="9207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2 h 38"/>
                <a:gd name="T12" fmla="*/ 3 w 38"/>
                <a:gd name="T13" fmla="*/ 19 h 38"/>
                <a:gd name="T14" fmla="*/ 19 w 38"/>
                <a:gd name="T15" fmla="*/ 35 h 38"/>
                <a:gd name="T16" fmla="*/ 36 w 38"/>
                <a:gd name="T17" fmla="*/ 19 h 38"/>
                <a:gd name="T18" fmla="*/ 19 w 38"/>
                <a:gd name="T1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29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29"/>
                    <a:pt x="30" y="38"/>
                    <a:pt x="19" y="38"/>
                  </a:cubicBezTo>
                  <a:close/>
                  <a:moveTo>
                    <a:pt x="19" y="2"/>
                  </a:moveTo>
                  <a:cubicBezTo>
                    <a:pt x="10" y="2"/>
                    <a:pt x="3" y="10"/>
                    <a:pt x="3" y="19"/>
                  </a:cubicBezTo>
                  <a:cubicBezTo>
                    <a:pt x="3" y="28"/>
                    <a:pt x="10" y="35"/>
                    <a:pt x="19" y="35"/>
                  </a:cubicBezTo>
                  <a:cubicBezTo>
                    <a:pt x="28" y="35"/>
                    <a:pt x="36" y="28"/>
                    <a:pt x="36" y="19"/>
                  </a:cubicBezTo>
                  <a:cubicBezTo>
                    <a:pt x="36" y="10"/>
                    <a:pt x="28" y="2"/>
                    <a:pt x="1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70F41723-9A1A-4717-BFBE-3863C240C5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2263" y="4041776"/>
              <a:ext cx="41275" cy="53975"/>
            </a:xfrm>
            <a:custGeom>
              <a:avLst/>
              <a:gdLst>
                <a:gd name="T0" fmla="*/ 8 w 17"/>
                <a:gd name="T1" fmla="*/ 13 h 22"/>
                <a:gd name="T2" fmla="*/ 2 w 17"/>
                <a:gd name="T3" fmla="*/ 13 h 22"/>
                <a:gd name="T4" fmla="*/ 2 w 17"/>
                <a:gd name="T5" fmla="*/ 22 h 22"/>
                <a:gd name="T6" fmla="*/ 0 w 17"/>
                <a:gd name="T7" fmla="*/ 22 h 22"/>
                <a:gd name="T8" fmla="*/ 0 w 17"/>
                <a:gd name="T9" fmla="*/ 0 h 22"/>
                <a:gd name="T10" fmla="*/ 9 w 17"/>
                <a:gd name="T11" fmla="*/ 0 h 22"/>
                <a:gd name="T12" fmla="*/ 17 w 17"/>
                <a:gd name="T13" fmla="*/ 7 h 22"/>
                <a:gd name="T14" fmla="*/ 12 w 17"/>
                <a:gd name="T15" fmla="*/ 13 h 22"/>
                <a:gd name="T16" fmla="*/ 16 w 17"/>
                <a:gd name="T17" fmla="*/ 22 h 22"/>
                <a:gd name="T18" fmla="*/ 13 w 17"/>
                <a:gd name="T19" fmla="*/ 22 h 22"/>
                <a:gd name="T20" fmla="*/ 8 w 17"/>
                <a:gd name="T21" fmla="*/ 13 h 22"/>
                <a:gd name="T22" fmla="*/ 9 w 17"/>
                <a:gd name="T23" fmla="*/ 11 h 22"/>
                <a:gd name="T24" fmla="*/ 14 w 17"/>
                <a:gd name="T25" fmla="*/ 7 h 22"/>
                <a:gd name="T26" fmla="*/ 9 w 17"/>
                <a:gd name="T27" fmla="*/ 3 h 22"/>
                <a:gd name="T28" fmla="*/ 2 w 17"/>
                <a:gd name="T29" fmla="*/ 3 h 22"/>
                <a:gd name="T30" fmla="*/ 2 w 17"/>
                <a:gd name="T31" fmla="*/ 11 h 22"/>
                <a:gd name="T32" fmla="*/ 9 w 17"/>
                <a:gd name="T3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22">
                  <a:moveTo>
                    <a:pt x="8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5" y="0"/>
                    <a:pt x="17" y="2"/>
                    <a:pt x="17" y="7"/>
                  </a:cubicBezTo>
                  <a:cubicBezTo>
                    <a:pt x="17" y="10"/>
                    <a:pt x="15" y="12"/>
                    <a:pt x="12" y="1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lnTo>
                    <a:pt x="8" y="13"/>
                  </a:lnTo>
                  <a:close/>
                  <a:moveTo>
                    <a:pt x="9" y="11"/>
                  </a:moveTo>
                  <a:cubicBezTo>
                    <a:pt x="12" y="11"/>
                    <a:pt x="14" y="10"/>
                    <a:pt x="14" y="7"/>
                  </a:cubicBezTo>
                  <a:cubicBezTo>
                    <a:pt x="14" y="4"/>
                    <a:pt x="12" y="3"/>
                    <a:pt x="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9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22666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E72ABD-7529-456D-97E2-F470CB60CC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322" y="1368564"/>
            <a:ext cx="11023911" cy="46043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34073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1" y="2102504"/>
            <a:ext cx="11080606" cy="20574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7EE639-90BA-4F95-A316-8573F0931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322" y="1368564"/>
            <a:ext cx="11023911" cy="46043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344276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n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19" y="1605010"/>
            <a:ext cx="10997082" cy="43200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1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19" y="1605010"/>
            <a:ext cx="10997082" cy="4320005"/>
          </a:xfrm>
        </p:spPr>
        <p:txBody>
          <a:bodyPr/>
          <a:lstStyle>
            <a:lvl1pPr marL="174625" indent="-174625">
              <a:buFont typeface="Arial" panose="020B0604020202020204" pitchFamily="34" charset="0"/>
              <a:buChar char="•"/>
              <a:defRPr/>
            </a:lvl1pPr>
            <a:lvl2pPr marL="571500" indent="-227013">
              <a:buFont typeface="Lato" panose="020F0502020204030203" pitchFamily="34" charset="0"/>
              <a:buChar char="–"/>
              <a:defRPr/>
            </a:lvl2pPr>
            <a:lvl3pPr marL="860425" indent="-174625"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5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8408A-7102-476C-9290-BECEF76D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0A7AC-49F7-4C9E-8BDE-1497C0C9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5A7EC-00A5-4ED8-8F5E-26841CAB28B1}"/>
              </a:ext>
            </a:extLst>
          </p:cNvPr>
          <p:cNvSpPr/>
          <p:nvPr userDrawn="1"/>
        </p:nvSpPr>
        <p:spPr>
          <a:xfrm>
            <a:off x="0" y="0"/>
            <a:ext cx="12192000" cy="1766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30858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DF3C748-D5E2-4FB5-9576-EE213493AB87}"/>
              </a:ext>
            </a:extLst>
          </p:cNvPr>
          <p:cNvSpPr/>
          <p:nvPr userDrawn="1"/>
        </p:nvSpPr>
        <p:spPr>
          <a:xfrm>
            <a:off x="3927566" y="293829"/>
            <a:ext cx="687132" cy="6344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E1615-CF6C-418C-A2F8-8AF5B0A38D93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BDDE4-075D-4337-BEBB-166C4FA55F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911CAEDA-F13C-43B4-B3A8-D3983B7456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896E1A-46B6-441E-831F-0C83472FFC4B}"/>
              </a:ext>
            </a:extLst>
          </p:cNvPr>
          <p:cNvCxnSpPr/>
          <p:nvPr userDrawn="1"/>
        </p:nvCxnSpPr>
        <p:spPr>
          <a:xfrm>
            <a:off x="11294960" y="6596757"/>
            <a:ext cx="0" cy="1856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7C53FF-5A2C-454D-9362-097ECCE2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073" y="1901816"/>
            <a:ext cx="6929293" cy="4357384"/>
          </a:xfrm>
        </p:spPr>
        <p:txBody>
          <a:bodyPr anchor="t" anchorCtr="0"/>
          <a:lstStyle>
            <a:lvl1pPr marL="226478" indent="-226478">
              <a:spcBef>
                <a:spcPts val="16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90016" indent="-228594">
              <a:defRPr sz="1600">
                <a:solidFill>
                  <a:schemeClr val="tx1"/>
                </a:solidFill>
              </a:defRPr>
            </a:lvl2pPr>
            <a:lvl3pPr marL="1068891" indent="-228594"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B2351-D2D9-4F77-971D-D7749C5665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189413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E5FA01DC-D233-4B3E-AA3E-AABAFA73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697" y="219197"/>
            <a:ext cx="7043903" cy="856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0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19" y="2047630"/>
            <a:ext cx="4790375" cy="4180641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 marL="398463" indent="-166688">
              <a:buFont typeface="Lato" panose="020F0502020204030203" pitchFamily="34" charset="0"/>
              <a:buChar char="–"/>
              <a:defRPr/>
            </a:lvl2pPr>
            <a:lvl3pPr marL="687388" indent="-117475">
              <a:defRPr/>
            </a:lvl3pPr>
            <a:lvl4pPr marL="914400" indent="-107950">
              <a:tabLst/>
              <a:defRPr sz="1050"/>
            </a:lvl4pPr>
            <a:lvl5pPr marL="1203325" indent="-117475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1657350"/>
            <a:ext cx="4803775" cy="320675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8000" y="1657350"/>
            <a:ext cx="4803775" cy="320675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1817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0043C-383F-441D-B51A-22E37F09E2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858000" y="2047630"/>
            <a:ext cx="4790375" cy="4180641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2pPr marL="398463" indent="-166688">
              <a:buFont typeface="Lato" panose="020F0502020204030203" pitchFamily="34" charset="0"/>
              <a:buChar char="–"/>
              <a:defRPr/>
            </a:lvl2pPr>
            <a:lvl3pPr marL="687388" indent="-117475">
              <a:defRPr/>
            </a:lvl3pPr>
            <a:lvl4pPr marL="914400" indent="-107950">
              <a:tabLst/>
              <a:defRPr sz="1050"/>
            </a:lvl4pPr>
            <a:lvl5pPr marL="1203325" indent="-117475"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1657350"/>
            <a:ext cx="4803775" cy="320675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8000" y="1657350"/>
            <a:ext cx="4803775" cy="320675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0658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8408A-7102-476C-9290-BECEF76D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0A7AC-49F7-4C9E-8BDE-1497C0C9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5A7EC-00A5-4ED8-8F5E-26841CAB28B1}"/>
              </a:ext>
            </a:extLst>
          </p:cNvPr>
          <p:cNvSpPr/>
          <p:nvPr userDrawn="1"/>
        </p:nvSpPr>
        <p:spPr>
          <a:xfrm>
            <a:off x="0" y="383177"/>
            <a:ext cx="12192000" cy="138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E514BC-00CF-4C5D-BE11-8FF1CECC9075}"/>
              </a:ext>
            </a:extLst>
          </p:cNvPr>
          <p:cNvSpPr/>
          <p:nvPr userDrawn="1"/>
        </p:nvSpPr>
        <p:spPr>
          <a:xfrm>
            <a:off x="0" y="1459380"/>
            <a:ext cx="12192000" cy="3892061"/>
          </a:xfrm>
          <a:prstGeom prst="rect">
            <a:avLst/>
          </a:prstGeom>
          <a:gradFill flip="none" rotWithShape="1">
            <a:gsLst>
              <a:gs pos="27000">
                <a:srgbClr val="73992F"/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DE8C05-9095-4083-A385-089E404BC8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7314" y="1654629"/>
            <a:ext cx="10654369" cy="3579222"/>
          </a:xfrm>
        </p:spPr>
        <p:txBody>
          <a:bodyPr anchor="ctr" anchorCtr="0"/>
          <a:lstStyle>
            <a:lvl1pPr marL="285750" indent="-285750">
              <a:lnSpc>
                <a:spcPct val="100000"/>
              </a:lnSpc>
              <a:buFont typeface="Lato" panose="020F0502020204030203" pitchFamily="34" charset="0"/>
              <a:buChar char="–"/>
              <a:defRPr sz="28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7872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8408A-7102-476C-9290-BECEF76D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0A7AC-49F7-4C9E-8BDE-1497C0C9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5A7EC-00A5-4ED8-8F5E-26841CAB28B1}"/>
              </a:ext>
            </a:extLst>
          </p:cNvPr>
          <p:cNvSpPr/>
          <p:nvPr userDrawn="1"/>
        </p:nvSpPr>
        <p:spPr>
          <a:xfrm>
            <a:off x="0" y="477078"/>
            <a:ext cx="12192000" cy="1097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E514BC-00CF-4C5D-BE11-8FF1CECC9075}"/>
              </a:ext>
            </a:extLst>
          </p:cNvPr>
          <p:cNvSpPr/>
          <p:nvPr userDrawn="1"/>
        </p:nvSpPr>
        <p:spPr>
          <a:xfrm>
            <a:off x="2443769" y="1459380"/>
            <a:ext cx="7338645" cy="3892061"/>
          </a:xfrm>
          <a:prstGeom prst="rect">
            <a:avLst/>
          </a:prstGeom>
          <a:gradFill flip="none" rotWithShape="1">
            <a:gsLst>
              <a:gs pos="27000">
                <a:srgbClr val="73992F"/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335B05-18CA-4ADD-BF6D-C08E4A84D2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62429" y="2046436"/>
            <a:ext cx="6296298" cy="2673350"/>
          </a:xfrm>
        </p:spPr>
        <p:txBody>
          <a:bodyPr anchor="ctr" anchorCtr="0"/>
          <a:lstStyle>
            <a:lvl1pPr>
              <a:defRPr sz="3600" cap="all" baseline="0">
                <a:solidFill>
                  <a:schemeClr val="bg1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206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E72ABD-7529-456D-97E2-F470CB60CC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322" y="1368564"/>
            <a:ext cx="11023911" cy="46043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subtitle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CA131-3A61-4FB0-9851-DAE3721032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5791" y="2377197"/>
            <a:ext cx="1841908" cy="896739"/>
          </a:xfrm>
          <a:solidFill>
            <a:schemeClr val="accent1"/>
          </a:solidFill>
        </p:spPr>
        <p:txBody>
          <a:bodyPr lIns="91440" tIns="0" bIns="0" anchor="ctr" anchorCtr="0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6D5135E-121B-4F28-A3DA-64751C4AD8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6999" y="2377197"/>
            <a:ext cx="8955367" cy="896739"/>
          </a:xfrm>
          <a:solidFill>
            <a:srgbClr val="F2F2F2"/>
          </a:solidFill>
        </p:spPr>
        <p:txBody>
          <a:bodyPr lIns="91440" tIns="0" bIns="0" anchor="ctr" anchorCtr="0"/>
          <a:lstStyle>
            <a:lvl1pPr marL="168275" indent="-168275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22640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2537319"/>
            <a:ext cx="3328416" cy="2913571"/>
          </a:xfrm>
          <a:noFill/>
          <a:ln w="6350">
            <a:solidFill>
              <a:schemeClr val="accent1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0"/>
              </a:spcBef>
              <a:tabLst/>
              <a:defRPr sz="105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0043C-383F-441D-B51A-22E37F09E2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5799" y="2537319"/>
            <a:ext cx="3328416" cy="2913571"/>
          </a:xfrm>
          <a:noFill/>
          <a:ln w="6350">
            <a:solidFill>
              <a:schemeClr val="accent1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0"/>
              </a:spcBef>
              <a:tabLst/>
              <a:defRPr sz="105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216644"/>
            <a:ext cx="3328416" cy="320675"/>
          </a:xfr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90000"/>
              </a:lnSpc>
              <a:spcBef>
                <a:spcPts val="0"/>
              </a:spcBef>
              <a:defRPr sz="11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5799" y="2216644"/>
            <a:ext cx="3328416" cy="320675"/>
          </a:xfr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90000"/>
              </a:lnSpc>
              <a:spcBef>
                <a:spcPts val="0"/>
              </a:spcBef>
              <a:defRPr sz="11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E83F2E-73EA-46CC-88AA-36FA3DD2E7C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305799" y="2537319"/>
            <a:ext cx="3328416" cy="2913571"/>
          </a:xfrm>
          <a:noFill/>
          <a:ln w="6350">
            <a:solidFill>
              <a:schemeClr val="accent1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0"/>
              </a:spcBef>
              <a:tabLst/>
              <a:defRPr sz="105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F46E4F-EAE4-4AF1-9624-C61BEC021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05799" y="2216644"/>
            <a:ext cx="3328416" cy="320675"/>
          </a:xfr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90000"/>
              </a:lnSpc>
              <a:spcBef>
                <a:spcPts val="0"/>
              </a:spcBef>
              <a:defRPr sz="11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867DD8-005E-4BA9-A627-D22AF6877E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322" y="1368564"/>
            <a:ext cx="11023911" cy="46043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1030314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2647783"/>
            <a:ext cx="2480570" cy="3212327"/>
          </a:xfrm>
          <a:noFill/>
          <a:ln w="6350">
            <a:solidFill>
              <a:schemeClr val="accent1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0043C-383F-441D-B51A-22E37F09E2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57112" y="2647783"/>
            <a:ext cx="2480570" cy="3212327"/>
          </a:xfrm>
          <a:noFill/>
          <a:ln w="6350">
            <a:solidFill>
              <a:schemeClr val="accent2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146852"/>
            <a:ext cx="2480570" cy="500932"/>
          </a:xfr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lang="en-US" sz="1050" b="1" kern="1200" cap="all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30712" indent="0">
              <a:buNone/>
              <a:defRPr/>
            </a:lvl2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57112" y="2146852"/>
            <a:ext cx="2480570" cy="500932"/>
          </a:xfr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lang="en-US" sz="1050" b="1" kern="1200" cap="all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30712" indent="0">
              <a:buNone/>
              <a:defRPr/>
            </a:lvl2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E83F2E-73EA-46CC-88AA-36FA3DD2E7C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81689" y="2647783"/>
            <a:ext cx="2480570" cy="3212327"/>
          </a:xfrm>
          <a:noFill/>
          <a:ln w="6350">
            <a:solidFill>
              <a:schemeClr val="accent3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F46E4F-EAE4-4AF1-9624-C61BEC021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1689" y="2146852"/>
            <a:ext cx="2480570" cy="500932"/>
          </a:xfr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5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867DD8-005E-4BA9-A627-D22AF6877E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322" y="1368564"/>
            <a:ext cx="11023911" cy="46043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subtitle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AE382A-40B5-4B78-B6E8-2F38BF0C390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067800" y="2647783"/>
            <a:ext cx="2480570" cy="3212327"/>
          </a:xfrm>
          <a:noFill/>
          <a:ln w="6350">
            <a:solidFill>
              <a:schemeClr val="accent4"/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74339E4-5C26-4FAE-8D1C-EA45D46218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67800" y="2146852"/>
            <a:ext cx="2480570" cy="500932"/>
          </a:xfr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defRPr lang="en-US" sz="1050" b="1" kern="1200" cap="all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30712" indent="0">
              <a:buNone/>
              <a:defRPr/>
            </a:lvl2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3137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3314700"/>
            <a:ext cx="3328416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0043C-383F-441D-B51A-22E37F09E2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5799" y="3314700"/>
            <a:ext cx="3328416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1657350"/>
            <a:ext cx="3328416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1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5799" y="1657350"/>
            <a:ext cx="3328416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1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E83F2E-73EA-46CC-88AA-36FA3DD2E7C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305799" y="3314700"/>
            <a:ext cx="3328416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F46E4F-EAE4-4AF1-9624-C61BEC021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05799" y="1657350"/>
            <a:ext cx="3328416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1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56020D9-16BF-4AF2-B8C0-B0263FC9D28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7700" y="1978025"/>
            <a:ext cx="3328416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21A92EE1-5813-4BE0-9A0A-ADE930FC6C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95799" y="1978025"/>
            <a:ext cx="3328416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3939B8EC-1709-49C1-9BC4-011CFD5E06B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05799" y="1978025"/>
            <a:ext cx="3328416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42339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699" y="3314700"/>
            <a:ext cx="2457995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97840" y="6638792"/>
            <a:ext cx="1817489" cy="14362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0043C-383F-441D-B51A-22E37F09E2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11725" y="3314700"/>
            <a:ext cx="2457995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1657350"/>
            <a:ext cx="2457995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1725" y="1657350"/>
            <a:ext cx="2457995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E83F2E-73EA-46CC-88AA-36FA3DD2E7C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339011" y="3314700"/>
            <a:ext cx="2457995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F46E4F-EAE4-4AF1-9624-C61BEC021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9011" y="1657350"/>
            <a:ext cx="2457995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56020D9-16BF-4AF2-B8C0-B0263FC9D28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7700" y="1978025"/>
            <a:ext cx="2457995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21A92EE1-5813-4BE0-9A0A-ADE930FC6C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11725" y="1978025"/>
            <a:ext cx="2457995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3939B8EC-1709-49C1-9BC4-011CFD5E06B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39011" y="1978025"/>
            <a:ext cx="2457995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C3BEDA-934C-4AAC-8C70-94A139C953E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164372" y="3314700"/>
            <a:ext cx="2457995" cy="2913571"/>
          </a:xfrm>
          <a:solidFill>
            <a:schemeClr val="accent1"/>
          </a:solidFill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300"/>
              </a:spcBef>
              <a:buFont typeface="Lato" panose="020F0502020204030203" pitchFamily="34" charset="0"/>
              <a:buChar char="–"/>
              <a:defRPr sz="1200">
                <a:solidFill>
                  <a:schemeClr val="bg2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bg2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bg2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498E8E3-F6AB-47C2-9444-A693088F99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64372" y="1657350"/>
            <a:ext cx="2457995" cy="320675"/>
          </a:xfrm>
          <a:solidFill>
            <a:schemeClr val="accent1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349C845E-38AF-44D8-95BA-39681A0457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64372" y="1978025"/>
            <a:ext cx="2457995" cy="1336675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522936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&amp;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3314700"/>
            <a:ext cx="2457995" cy="2913571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4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97840" y="6638792"/>
            <a:ext cx="1817489" cy="14362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80043C-383F-441D-B51A-22E37F09E2B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08463" y="3314700"/>
            <a:ext cx="2457995" cy="2913571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4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45BF85-4EA7-436D-AF50-E4D8E0A13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1657350"/>
            <a:ext cx="2457995" cy="42589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2FDF75-FA4E-406B-A686-13D3276E21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8463" y="1657350"/>
            <a:ext cx="2457995" cy="42589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E83F2E-73EA-46CC-88AA-36FA3DD2E7C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331806" y="3314700"/>
            <a:ext cx="2457995" cy="2913571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4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F46E4F-EAE4-4AF1-9624-C61BEC0217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1806" y="1657350"/>
            <a:ext cx="2457995" cy="42589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C3BEDA-934C-4AAC-8C70-94A139C953E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154186" y="3314700"/>
            <a:ext cx="2457995" cy="2913571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lIns="118872" tIns="137160"/>
          <a:lstStyle>
            <a:lvl1pPr marL="17145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398463" indent="-166688">
              <a:lnSpc>
                <a:spcPct val="95000"/>
              </a:lnSpc>
              <a:spcBef>
                <a:spcPts val="400"/>
              </a:spcBef>
              <a:buFont typeface="Lato" panose="020F0502020204030203" pitchFamily="34" charset="0"/>
              <a:buChar char="–"/>
              <a:defRPr sz="1200">
                <a:solidFill>
                  <a:schemeClr val="tx1"/>
                </a:solidFill>
              </a:defRPr>
            </a:lvl2pPr>
            <a:lvl3pPr marL="687388" indent="-117475">
              <a:lnSpc>
                <a:spcPct val="95000"/>
              </a:lnSpc>
              <a:spcBef>
                <a:spcPts val="100"/>
              </a:spcBef>
              <a:defRPr sz="1100">
                <a:solidFill>
                  <a:schemeClr val="tx1"/>
                </a:solidFill>
              </a:defRPr>
            </a:lvl3pPr>
            <a:lvl4pPr marL="914400" indent="-107950">
              <a:lnSpc>
                <a:spcPct val="95000"/>
              </a:lnSpc>
              <a:spcBef>
                <a:spcPts val="100"/>
              </a:spcBef>
              <a:tabLst/>
              <a:defRPr sz="1000">
                <a:solidFill>
                  <a:schemeClr val="tx1"/>
                </a:solidFill>
              </a:defRPr>
            </a:lvl4pPr>
            <a:lvl5pPr marL="1203325" indent="-117475">
              <a:lnSpc>
                <a:spcPct val="95000"/>
              </a:lnSpc>
              <a:spcBef>
                <a:spcPts val="1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498E8E3-F6AB-47C2-9444-A693088F99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4186" y="1657350"/>
            <a:ext cx="2457995" cy="425892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 sz="1000" b="1" cap="all" baseline="0">
                <a:solidFill>
                  <a:schemeClr val="bg2"/>
                </a:solidFill>
              </a:defRPr>
            </a:lvl1pPr>
            <a:lvl2pPr marL="230712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81EF5-3EE9-4C2C-830F-07FB278BD664}"/>
              </a:ext>
            </a:extLst>
          </p:cNvPr>
          <p:cNvSpPr/>
          <p:nvPr userDrawn="1"/>
        </p:nvSpPr>
        <p:spPr>
          <a:xfrm>
            <a:off x="647700" y="2083242"/>
            <a:ext cx="2457995" cy="123145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lIns="118872" tIns="137160" rIns="0" bIns="0" rtlCol="0">
            <a:noAutofit/>
          </a:bodyPr>
          <a:lstStyle/>
          <a:p>
            <a:pPr marL="171450" lvl="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A1E46-BACF-4679-975D-6DDA9CF4385C}"/>
              </a:ext>
            </a:extLst>
          </p:cNvPr>
          <p:cNvSpPr/>
          <p:nvPr userDrawn="1"/>
        </p:nvSpPr>
        <p:spPr>
          <a:xfrm>
            <a:off x="3508463" y="2083242"/>
            <a:ext cx="2457995" cy="123145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lIns="118872" tIns="137160" rIns="0" bIns="0" rtlCol="0">
            <a:noAutofit/>
          </a:bodyPr>
          <a:lstStyle/>
          <a:p>
            <a:pPr marL="171450" lvl="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729779-2CF0-467D-A1FE-A60325641F10}"/>
              </a:ext>
            </a:extLst>
          </p:cNvPr>
          <p:cNvSpPr/>
          <p:nvPr userDrawn="1"/>
        </p:nvSpPr>
        <p:spPr>
          <a:xfrm>
            <a:off x="6331806" y="2083242"/>
            <a:ext cx="2457995" cy="123145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lIns="118872" tIns="137160" rIns="0" bIns="0" rtlCol="0">
            <a:noAutofit/>
          </a:bodyPr>
          <a:lstStyle/>
          <a:p>
            <a:pPr marL="171450" lvl="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E17C6B-9A67-4384-B829-BECF252742C2}"/>
              </a:ext>
            </a:extLst>
          </p:cNvPr>
          <p:cNvSpPr/>
          <p:nvPr userDrawn="1"/>
        </p:nvSpPr>
        <p:spPr>
          <a:xfrm>
            <a:off x="9154186" y="2083242"/>
            <a:ext cx="2457995" cy="123145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vert="horz" lIns="118872" tIns="137160" rIns="0" bIns="0" rtlCol="0">
            <a:noAutofit/>
          </a:bodyPr>
          <a:lstStyle/>
          <a:p>
            <a:pPr marL="171450" lvl="0" indent="-171450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3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50BA18-1A48-4919-B8C9-71439D8202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" y="5307"/>
            <a:ext cx="12189640" cy="6854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E7A63-0D57-4635-A6F5-FFC7496A5C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90802" y="3842296"/>
            <a:ext cx="2325350" cy="327294"/>
          </a:xfrm>
          <a:prstGeom prst="rect">
            <a:avLst/>
          </a:prstGeom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3D57B8-BFAE-4905-8E3F-3A6F125AA18B}"/>
              </a:ext>
            </a:extLst>
          </p:cNvPr>
          <p:cNvSpPr txBox="1"/>
          <p:nvPr userDrawn="1"/>
        </p:nvSpPr>
        <p:spPr>
          <a:xfrm>
            <a:off x="1872344" y="2596124"/>
            <a:ext cx="839506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3200">
                <a:solidFill>
                  <a:schemeClr val="bg2"/>
                </a:solidFill>
                <a:effectLst/>
              </a:rPr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44B44F5-4921-49EE-8DD6-1578FC11F8C2}"/>
              </a:ext>
            </a:extLst>
          </p:cNvPr>
          <p:cNvCxnSpPr/>
          <p:nvPr userDrawn="1"/>
        </p:nvCxnSpPr>
        <p:spPr>
          <a:xfrm>
            <a:off x="5146766" y="3433763"/>
            <a:ext cx="1837508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6776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096" userDrawn="1">
          <p15:clr>
            <a:srgbClr val="FBAE40"/>
          </p15:clr>
        </p15:guide>
        <p15:guide id="2" pos="455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50BA18-1A48-4919-B8C9-71439D8202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" y="5307"/>
            <a:ext cx="12189638" cy="6854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E7A63-0D57-4635-A6F5-FFC7496A5C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90802" y="3842296"/>
            <a:ext cx="2325350" cy="327294"/>
          </a:xfrm>
          <a:prstGeom prst="rect">
            <a:avLst/>
          </a:prstGeom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3D57B8-BFAE-4905-8E3F-3A6F125AA18B}"/>
              </a:ext>
            </a:extLst>
          </p:cNvPr>
          <p:cNvSpPr txBox="1"/>
          <p:nvPr userDrawn="1"/>
        </p:nvSpPr>
        <p:spPr>
          <a:xfrm>
            <a:off x="1872344" y="2596124"/>
            <a:ext cx="839506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3200">
                <a:solidFill>
                  <a:schemeClr val="bg2"/>
                </a:solidFill>
                <a:effectLst/>
              </a:rPr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44B44F5-4921-49EE-8DD6-1578FC11F8C2}"/>
              </a:ext>
            </a:extLst>
          </p:cNvPr>
          <p:cNvCxnSpPr/>
          <p:nvPr userDrawn="1"/>
        </p:nvCxnSpPr>
        <p:spPr>
          <a:xfrm>
            <a:off x="5146766" y="3433763"/>
            <a:ext cx="1837508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723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096">
          <p15:clr>
            <a:srgbClr val="FBAE40"/>
          </p15:clr>
        </p15:guide>
        <p15:guide id="2" pos="455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50BA18-1A48-4919-B8C9-71439D8202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" y="6373"/>
            <a:ext cx="12189638" cy="68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E7A63-0D57-4635-A6F5-FFC7496A5C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90802" y="3842296"/>
            <a:ext cx="2325350" cy="327294"/>
          </a:xfrm>
          <a:prstGeom prst="rect">
            <a:avLst/>
          </a:prstGeom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3D57B8-BFAE-4905-8E3F-3A6F125AA18B}"/>
              </a:ext>
            </a:extLst>
          </p:cNvPr>
          <p:cNvSpPr txBox="1"/>
          <p:nvPr userDrawn="1"/>
        </p:nvSpPr>
        <p:spPr>
          <a:xfrm>
            <a:off x="1872344" y="2596124"/>
            <a:ext cx="839506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3200">
                <a:solidFill>
                  <a:schemeClr val="bg2"/>
                </a:solidFill>
                <a:effectLst/>
              </a:rPr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44B44F5-4921-49EE-8DD6-1578FC11F8C2}"/>
              </a:ext>
            </a:extLst>
          </p:cNvPr>
          <p:cNvCxnSpPr/>
          <p:nvPr userDrawn="1"/>
        </p:nvCxnSpPr>
        <p:spPr>
          <a:xfrm>
            <a:off x="5146766" y="3433763"/>
            <a:ext cx="1837508" cy="0"/>
          </a:xfrm>
          <a:prstGeom prst="line">
            <a:avLst/>
          </a:prstGeom>
          <a:ln w="222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7075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096">
          <p15:clr>
            <a:srgbClr val="FBAE40"/>
          </p15:clr>
        </p15:guide>
        <p15:guide id="2" pos="455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nip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91" y="219197"/>
            <a:ext cx="9754559" cy="8564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E72ABD-7529-456D-97E2-F470CB60CC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322" y="1368564"/>
            <a:ext cx="11023911" cy="46043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subtitle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BF624B-7428-4CCC-8B8C-160A3358ACFA}"/>
              </a:ext>
            </a:extLst>
          </p:cNvPr>
          <p:cNvSpPr/>
          <p:nvPr userDrawn="1"/>
        </p:nvSpPr>
        <p:spPr>
          <a:xfrm>
            <a:off x="11077575" y="59185"/>
            <a:ext cx="791308" cy="3911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rtlCol="0" anchor="ctr"/>
          <a:lstStyle/>
          <a:p>
            <a:pPr algn="ctr"/>
            <a:r>
              <a:rPr lang="en-US" sz="1200">
                <a:solidFill>
                  <a:srgbClr val="FEFEFE"/>
                </a:solidFill>
              </a:rPr>
              <a:t>Guideline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FF0E96-0F55-45A8-BB8D-C9DE788662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77714" y="402740"/>
            <a:ext cx="792201" cy="245529"/>
          </a:xfrm>
          <a:solidFill>
            <a:schemeClr val="accent1"/>
          </a:solidFill>
        </p:spPr>
        <p:txBody>
          <a:bodyPr wrap="square"/>
          <a:lstStyle>
            <a:lvl1pPr algn="ctr">
              <a:defRPr sz="1400" b="1" cap="all" baseline="0">
                <a:solidFill>
                  <a:srgbClr val="FEFEFE"/>
                </a:solidFill>
              </a:defRPr>
            </a:lvl1pPr>
          </a:lstStyle>
          <a:p>
            <a:pPr lvl="0"/>
            <a:r>
              <a:rPr lang="en-US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486013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ck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931F-CEBE-48A4-A8BA-14B9759D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0A0F-BE51-4119-A570-5810C65FA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BF5B6-4BC2-4CCE-9F9B-A1B4C4D3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E2F3-21C8-4E6F-A16B-B7E8EC55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31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loud">
  <p:cSld name="Title - Cloud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2"/>
            <a:ext cx="12188951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>
            <a:spLocks noGrp="1"/>
          </p:cNvSpPr>
          <p:nvPr>
            <p:ph type="body" idx="1"/>
          </p:nvPr>
        </p:nvSpPr>
        <p:spPr>
          <a:xfrm>
            <a:off x="2217842" y="4243758"/>
            <a:ext cx="6112621" cy="30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FEFEFE"/>
              </a:buClr>
              <a:buSzPts val="1500"/>
              <a:buNone/>
              <a:defRPr sz="2000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19170" lvl="1" indent="-304792" algn="l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marL="1828754" lvl="2" indent="-423323" algn="l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3047924" lvl="4" indent="-423323" algn="l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ctrTitle"/>
          </p:nvPr>
        </p:nvSpPr>
        <p:spPr>
          <a:xfrm>
            <a:off x="2217839" y="1711570"/>
            <a:ext cx="7716735" cy="168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300"/>
              <a:buFont typeface="Lato"/>
              <a:buNone/>
              <a:defRPr sz="4400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2"/>
          </p:nvPr>
        </p:nvSpPr>
        <p:spPr>
          <a:xfrm>
            <a:off x="2217842" y="3651353"/>
            <a:ext cx="7716732" cy="43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FEFEFE"/>
              </a:buClr>
              <a:buSzPts val="2100"/>
              <a:buNone/>
              <a:defRPr sz="2800" b="0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2889" y="4999211"/>
            <a:ext cx="2366936" cy="3653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53746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r"/>
          <p:cNvSpPr/>
          <p:nvPr userDrawn="1"/>
        </p:nvSpPr>
        <p:spPr>
          <a:xfrm>
            <a:off x="385100" y="843885"/>
            <a:ext cx="685711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21"/>
            <a:endParaRPr lang="en-US" sz="2150">
              <a:solidFill>
                <a:prstClr val="white"/>
              </a:solidFill>
              <a:latin typeface="MetricHPE" panose="020B0503030202060203" pitchFamily="34" charset="-18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287B217-2E30-4712-99AE-652EEDB04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4EA22A1-FE1F-4F4A-9C07-F0E86D67EF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21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A62050-C9D2-42AF-A908-A55B6161F3DD}"/>
              </a:ext>
            </a:extLst>
          </p:cNvPr>
          <p:cNvCxnSpPr>
            <a:cxnSpLocks/>
          </p:cNvCxnSpPr>
          <p:nvPr userDrawn="1"/>
        </p:nvCxnSpPr>
        <p:spPr>
          <a:xfrm>
            <a:off x="651472" y="1250302"/>
            <a:ext cx="1100712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14571B-6D02-4A53-B190-DE523E9792EC}"/>
              </a:ext>
            </a:extLst>
          </p:cNvPr>
          <p:cNvSpPr txBox="1"/>
          <p:nvPr userDrawn="1"/>
        </p:nvSpPr>
        <p:spPr>
          <a:xfrm>
            <a:off x="665790" y="6600907"/>
            <a:ext cx="2953173" cy="1292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933" b="0" i="0">
                <a:solidFill>
                  <a:schemeClr val="bg1">
                    <a:lumMod val="65000"/>
                  </a:schemeClr>
                </a:solidFill>
                <a:latin typeface="Lato" charset="0"/>
                <a:ea typeface="Lato" charset="0"/>
                <a:cs typeface="Lato" charset="0"/>
              </a:rPr>
              <a:t>© 2019 Juniper Networks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40587-8E63-4DFE-9AF5-EE9B927E84A9}"/>
              </a:ext>
            </a:extLst>
          </p:cNvPr>
          <p:cNvSpPr/>
          <p:nvPr userDrawn="1"/>
        </p:nvSpPr>
        <p:spPr>
          <a:xfrm>
            <a:off x="0" y="0"/>
            <a:ext cx="12192000" cy="108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00" tIns="60951" rIns="121900" bIns="60951" rtlCol="0" anchor="ctr"/>
          <a:lstStyle/>
          <a:p>
            <a:pPr algn="ctr"/>
            <a:endParaRPr lang="en-US" sz="1867">
              <a:latin typeface="Arial"/>
              <a:cs typeface="Arial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D9FEAA-0417-4083-9EF0-5FDA88579A7E}"/>
              </a:ext>
            </a:extLst>
          </p:cNvPr>
          <p:cNvCxnSpPr>
            <a:cxnSpLocks/>
          </p:cNvCxnSpPr>
          <p:nvPr userDrawn="1"/>
        </p:nvCxnSpPr>
        <p:spPr>
          <a:xfrm>
            <a:off x="651472" y="6536649"/>
            <a:ext cx="11007129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9BD9F-EB35-416C-A36A-048D2DFE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91" y="219197"/>
            <a:ext cx="10992810" cy="856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8B1A5-CCD1-4F18-B737-A7EC38F8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9" y="1605010"/>
            <a:ext cx="10997082" cy="27291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1E9B6-E82A-4D65-AA2F-AB531794E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97840" y="6638792"/>
            <a:ext cx="1817489" cy="1436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B898-94D5-41BD-8344-6A4203503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4960" y="6614172"/>
            <a:ext cx="327407" cy="1436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33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11CAEDA-F13C-43B4-B3A8-D3983B7456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D0EF52-4213-413D-AC17-D7B7B08F619E}"/>
              </a:ext>
            </a:extLst>
          </p:cNvPr>
          <p:cNvCxnSpPr/>
          <p:nvPr userDrawn="1"/>
        </p:nvCxnSpPr>
        <p:spPr>
          <a:xfrm>
            <a:off x="11230630" y="6596757"/>
            <a:ext cx="0" cy="1856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DC55FA-CAD4-44ED-8FE8-B532D9D45D7C}"/>
              </a:ext>
            </a:extLst>
          </p:cNvPr>
          <p:cNvGrpSpPr/>
          <p:nvPr userDrawn="1"/>
        </p:nvGrpSpPr>
        <p:grpSpPr>
          <a:xfrm>
            <a:off x="10324956" y="6592898"/>
            <a:ext cx="698591" cy="191911"/>
            <a:chOff x="1855788" y="3378201"/>
            <a:chExt cx="3709987" cy="1019175"/>
          </a:xfrm>
          <a:solidFill>
            <a:schemeClr val="bg2">
              <a:lumMod val="10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528325C0-29E5-4B68-9CAD-B1E00E29EA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6650" y="4197351"/>
              <a:ext cx="160337" cy="196850"/>
            </a:xfrm>
            <a:custGeom>
              <a:avLst/>
              <a:gdLst>
                <a:gd name="T0" fmla="*/ 0 w 101"/>
                <a:gd name="T1" fmla="*/ 0 h 124"/>
                <a:gd name="T2" fmla="*/ 13 w 101"/>
                <a:gd name="T3" fmla="*/ 0 h 124"/>
                <a:gd name="T4" fmla="*/ 87 w 101"/>
                <a:gd name="T5" fmla="*/ 101 h 124"/>
                <a:gd name="T6" fmla="*/ 87 w 101"/>
                <a:gd name="T7" fmla="*/ 0 h 124"/>
                <a:gd name="T8" fmla="*/ 101 w 101"/>
                <a:gd name="T9" fmla="*/ 0 h 124"/>
                <a:gd name="T10" fmla="*/ 101 w 101"/>
                <a:gd name="T11" fmla="*/ 124 h 124"/>
                <a:gd name="T12" fmla="*/ 89 w 101"/>
                <a:gd name="T13" fmla="*/ 124 h 124"/>
                <a:gd name="T14" fmla="*/ 12 w 101"/>
                <a:gd name="T15" fmla="*/ 18 h 124"/>
                <a:gd name="T16" fmla="*/ 12 w 101"/>
                <a:gd name="T17" fmla="*/ 124 h 124"/>
                <a:gd name="T18" fmla="*/ 0 w 101"/>
                <a:gd name="T19" fmla="*/ 124 h 124"/>
                <a:gd name="T20" fmla="*/ 0 w 101"/>
                <a:gd name="T21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124">
                  <a:moveTo>
                    <a:pt x="0" y="0"/>
                  </a:moveTo>
                  <a:lnTo>
                    <a:pt x="13" y="0"/>
                  </a:lnTo>
                  <a:lnTo>
                    <a:pt x="87" y="101"/>
                  </a:lnTo>
                  <a:lnTo>
                    <a:pt x="87" y="0"/>
                  </a:lnTo>
                  <a:lnTo>
                    <a:pt x="101" y="0"/>
                  </a:lnTo>
                  <a:lnTo>
                    <a:pt x="101" y="124"/>
                  </a:lnTo>
                  <a:lnTo>
                    <a:pt x="89" y="124"/>
                  </a:lnTo>
                  <a:lnTo>
                    <a:pt x="12" y="18"/>
                  </a:lnTo>
                  <a:lnTo>
                    <a:pt x="1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27DAAFCF-EBBB-40B1-A4E9-BD28A752CF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86200" y="4197351"/>
              <a:ext cx="130175" cy="196850"/>
            </a:xfrm>
            <a:custGeom>
              <a:avLst/>
              <a:gdLst>
                <a:gd name="T0" fmla="*/ 0 w 82"/>
                <a:gd name="T1" fmla="*/ 0 h 124"/>
                <a:gd name="T2" fmla="*/ 82 w 82"/>
                <a:gd name="T3" fmla="*/ 0 h 124"/>
                <a:gd name="T4" fmla="*/ 82 w 82"/>
                <a:gd name="T5" fmla="*/ 12 h 124"/>
                <a:gd name="T6" fmla="*/ 13 w 82"/>
                <a:gd name="T7" fmla="*/ 12 h 124"/>
                <a:gd name="T8" fmla="*/ 13 w 82"/>
                <a:gd name="T9" fmla="*/ 53 h 124"/>
                <a:gd name="T10" fmla="*/ 80 w 82"/>
                <a:gd name="T11" fmla="*/ 53 h 124"/>
                <a:gd name="T12" fmla="*/ 80 w 82"/>
                <a:gd name="T13" fmla="*/ 65 h 124"/>
                <a:gd name="T14" fmla="*/ 13 w 82"/>
                <a:gd name="T15" fmla="*/ 65 h 124"/>
                <a:gd name="T16" fmla="*/ 13 w 82"/>
                <a:gd name="T17" fmla="*/ 112 h 124"/>
                <a:gd name="T18" fmla="*/ 82 w 82"/>
                <a:gd name="T19" fmla="*/ 112 h 124"/>
                <a:gd name="T20" fmla="*/ 82 w 82"/>
                <a:gd name="T21" fmla="*/ 124 h 124"/>
                <a:gd name="T22" fmla="*/ 0 w 82"/>
                <a:gd name="T23" fmla="*/ 124 h 124"/>
                <a:gd name="T24" fmla="*/ 0 w 82"/>
                <a:gd name="T2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" h="124">
                  <a:moveTo>
                    <a:pt x="0" y="0"/>
                  </a:moveTo>
                  <a:lnTo>
                    <a:pt x="82" y="0"/>
                  </a:lnTo>
                  <a:lnTo>
                    <a:pt x="82" y="12"/>
                  </a:lnTo>
                  <a:lnTo>
                    <a:pt x="13" y="12"/>
                  </a:lnTo>
                  <a:lnTo>
                    <a:pt x="13" y="53"/>
                  </a:lnTo>
                  <a:lnTo>
                    <a:pt x="80" y="53"/>
                  </a:lnTo>
                  <a:lnTo>
                    <a:pt x="80" y="65"/>
                  </a:lnTo>
                  <a:lnTo>
                    <a:pt x="13" y="65"/>
                  </a:lnTo>
                  <a:lnTo>
                    <a:pt x="13" y="112"/>
                  </a:lnTo>
                  <a:lnTo>
                    <a:pt x="82" y="112"/>
                  </a:lnTo>
                  <a:lnTo>
                    <a:pt x="82" y="124"/>
                  </a:lnTo>
                  <a:lnTo>
                    <a:pt x="0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C16A8744-DF49-401D-91E1-6B9DACAC8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8125" y="4197351"/>
              <a:ext cx="166687" cy="196850"/>
            </a:xfrm>
            <a:custGeom>
              <a:avLst/>
              <a:gdLst>
                <a:gd name="T0" fmla="*/ 46 w 105"/>
                <a:gd name="T1" fmla="*/ 12 h 124"/>
                <a:gd name="T2" fmla="*/ 0 w 105"/>
                <a:gd name="T3" fmla="*/ 12 h 124"/>
                <a:gd name="T4" fmla="*/ 0 w 105"/>
                <a:gd name="T5" fmla="*/ 0 h 124"/>
                <a:gd name="T6" fmla="*/ 105 w 105"/>
                <a:gd name="T7" fmla="*/ 0 h 124"/>
                <a:gd name="T8" fmla="*/ 105 w 105"/>
                <a:gd name="T9" fmla="*/ 12 h 124"/>
                <a:gd name="T10" fmla="*/ 59 w 105"/>
                <a:gd name="T11" fmla="*/ 12 h 124"/>
                <a:gd name="T12" fmla="*/ 59 w 105"/>
                <a:gd name="T13" fmla="*/ 124 h 124"/>
                <a:gd name="T14" fmla="*/ 46 w 105"/>
                <a:gd name="T15" fmla="*/ 124 h 124"/>
                <a:gd name="T16" fmla="*/ 46 w 105"/>
                <a:gd name="T17" fmla="*/ 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24">
                  <a:moveTo>
                    <a:pt x="46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5" y="12"/>
                  </a:lnTo>
                  <a:lnTo>
                    <a:pt x="59" y="12"/>
                  </a:lnTo>
                  <a:lnTo>
                    <a:pt x="59" y="124"/>
                  </a:lnTo>
                  <a:lnTo>
                    <a:pt x="46" y="124"/>
                  </a:lnTo>
                  <a:lnTo>
                    <a:pt x="46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5924E-3C4C-40E8-A61D-8795FCEC4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1800" y="4197351"/>
              <a:ext cx="268287" cy="196850"/>
            </a:xfrm>
            <a:custGeom>
              <a:avLst/>
              <a:gdLst>
                <a:gd name="T0" fmla="*/ 0 w 169"/>
                <a:gd name="T1" fmla="*/ 0 h 124"/>
                <a:gd name="T2" fmla="*/ 14 w 169"/>
                <a:gd name="T3" fmla="*/ 0 h 124"/>
                <a:gd name="T4" fmla="*/ 45 w 169"/>
                <a:gd name="T5" fmla="*/ 101 h 124"/>
                <a:gd name="T6" fmla="*/ 78 w 169"/>
                <a:gd name="T7" fmla="*/ 0 h 124"/>
                <a:gd name="T8" fmla="*/ 91 w 169"/>
                <a:gd name="T9" fmla="*/ 0 h 124"/>
                <a:gd name="T10" fmla="*/ 124 w 169"/>
                <a:gd name="T11" fmla="*/ 101 h 124"/>
                <a:gd name="T12" fmla="*/ 155 w 169"/>
                <a:gd name="T13" fmla="*/ 0 h 124"/>
                <a:gd name="T14" fmla="*/ 169 w 169"/>
                <a:gd name="T15" fmla="*/ 0 h 124"/>
                <a:gd name="T16" fmla="*/ 128 w 169"/>
                <a:gd name="T17" fmla="*/ 124 h 124"/>
                <a:gd name="T18" fmla="*/ 118 w 169"/>
                <a:gd name="T19" fmla="*/ 124 h 124"/>
                <a:gd name="T20" fmla="*/ 85 w 169"/>
                <a:gd name="T21" fmla="*/ 21 h 124"/>
                <a:gd name="T22" fmla="*/ 51 w 169"/>
                <a:gd name="T23" fmla="*/ 124 h 124"/>
                <a:gd name="T24" fmla="*/ 39 w 169"/>
                <a:gd name="T25" fmla="*/ 124 h 124"/>
                <a:gd name="T26" fmla="*/ 0 w 169"/>
                <a:gd name="T2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" h="124">
                  <a:moveTo>
                    <a:pt x="0" y="0"/>
                  </a:moveTo>
                  <a:lnTo>
                    <a:pt x="14" y="0"/>
                  </a:lnTo>
                  <a:lnTo>
                    <a:pt x="45" y="101"/>
                  </a:lnTo>
                  <a:lnTo>
                    <a:pt x="78" y="0"/>
                  </a:lnTo>
                  <a:lnTo>
                    <a:pt x="91" y="0"/>
                  </a:lnTo>
                  <a:lnTo>
                    <a:pt x="124" y="101"/>
                  </a:lnTo>
                  <a:lnTo>
                    <a:pt x="155" y="0"/>
                  </a:lnTo>
                  <a:lnTo>
                    <a:pt x="169" y="0"/>
                  </a:lnTo>
                  <a:lnTo>
                    <a:pt x="128" y="124"/>
                  </a:lnTo>
                  <a:lnTo>
                    <a:pt x="118" y="124"/>
                  </a:lnTo>
                  <a:lnTo>
                    <a:pt x="85" y="21"/>
                  </a:lnTo>
                  <a:lnTo>
                    <a:pt x="51" y="124"/>
                  </a:lnTo>
                  <a:lnTo>
                    <a:pt x="39" y="12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1AF69FF3-7959-4A54-A9FB-9C5840723D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27550" y="4192588"/>
              <a:ext cx="198437" cy="204788"/>
            </a:xfrm>
            <a:custGeom>
              <a:avLst/>
              <a:gdLst>
                <a:gd name="T0" fmla="*/ 0 w 83"/>
                <a:gd name="T1" fmla="*/ 43 h 85"/>
                <a:gd name="T2" fmla="*/ 42 w 83"/>
                <a:gd name="T3" fmla="*/ 0 h 85"/>
                <a:gd name="T4" fmla="*/ 83 w 83"/>
                <a:gd name="T5" fmla="*/ 43 h 85"/>
                <a:gd name="T6" fmla="*/ 42 w 83"/>
                <a:gd name="T7" fmla="*/ 85 h 85"/>
                <a:gd name="T8" fmla="*/ 0 w 83"/>
                <a:gd name="T9" fmla="*/ 43 h 85"/>
                <a:gd name="T10" fmla="*/ 74 w 83"/>
                <a:gd name="T11" fmla="*/ 43 h 85"/>
                <a:gd name="T12" fmla="*/ 42 w 83"/>
                <a:gd name="T13" fmla="*/ 9 h 85"/>
                <a:gd name="T14" fmla="*/ 9 w 83"/>
                <a:gd name="T15" fmla="*/ 43 h 85"/>
                <a:gd name="T16" fmla="*/ 42 w 83"/>
                <a:gd name="T17" fmla="*/ 77 h 85"/>
                <a:gd name="T18" fmla="*/ 74 w 83"/>
                <a:gd name="T19" fmla="*/ 4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85">
                  <a:moveTo>
                    <a:pt x="0" y="43"/>
                  </a:moveTo>
                  <a:cubicBezTo>
                    <a:pt x="0" y="13"/>
                    <a:pt x="15" y="0"/>
                    <a:pt x="42" y="0"/>
                  </a:cubicBezTo>
                  <a:cubicBezTo>
                    <a:pt x="68" y="0"/>
                    <a:pt x="83" y="13"/>
                    <a:pt x="83" y="43"/>
                  </a:cubicBezTo>
                  <a:cubicBezTo>
                    <a:pt x="83" y="72"/>
                    <a:pt x="68" y="85"/>
                    <a:pt x="42" y="85"/>
                  </a:cubicBezTo>
                  <a:cubicBezTo>
                    <a:pt x="15" y="85"/>
                    <a:pt x="0" y="72"/>
                    <a:pt x="0" y="43"/>
                  </a:cubicBezTo>
                  <a:close/>
                  <a:moveTo>
                    <a:pt x="74" y="43"/>
                  </a:moveTo>
                  <a:cubicBezTo>
                    <a:pt x="74" y="21"/>
                    <a:pt x="64" y="9"/>
                    <a:pt x="42" y="9"/>
                  </a:cubicBezTo>
                  <a:cubicBezTo>
                    <a:pt x="19" y="9"/>
                    <a:pt x="9" y="21"/>
                    <a:pt x="9" y="43"/>
                  </a:cubicBezTo>
                  <a:cubicBezTo>
                    <a:pt x="9" y="65"/>
                    <a:pt x="19" y="77"/>
                    <a:pt x="42" y="77"/>
                  </a:cubicBezTo>
                  <a:cubicBezTo>
                    <a:pt x="64" y="77"/>
                    <a:pt x="74" y="65"/>
                    <a:pt x="74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99D13606-871E-4901-89B0-5C3B55A975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68850" y="4197351"/>
              <a:ext cx="150812" cy="196850"/>
            </a:xfrm>
            <a:custGeom>
              <a:avLst/>
              <a:gdLst>
                <a:gd name="T0" fmla="*/ 33 w 63"/>
                <a:gd name="T1" fmla="*/ 48 h 82"/>
                <a:gd name="T2" fmla="*/ 8 w 63"/>
                <a:gd name="T3" fmla="*/ 48 h 82"/>
                <a:gd name="T4" fmla="*/ 8 w 63"/>
                <a:gd name="T5" fmla="*/ 82 h 82"/>
                <a:gd name="T6" fmla="*/ 0 w 63"/>
                <a:gd name="T7" fmla="*/ 82 h 82"/>
                <a:gd name="T8" fmla="*/ 0 w 63"/>
                <a:gd name="T9" fmla="*/ 0 h 82"/>
                <a:gd name="T10" fmla="*/ 35 w 63"/>
                <a:gd name="T11" fmla="*/ 0 h 82"/>
                <a:gd name="T12" fmla="*/ 63 w 63"/>
                <a:gd name="T13" fmla="*/ 24 h 82"/>
                <a:gd name="T14" fmla="*/ 42 w 63"/>
                <a:gd name="T15" fmla="*/ 48 h 82"/>
                <a:gd name="T16" fmla="*/ 61 w 63"/>
                <a:gd name="T17" fmla="*/ 82 h 82"/>
                <a:gd name="T18" fmla="*/ 52 w 63"/>
                <a:gd name="T19" fmla="*/ 82 h 82"/>
                <a:gd name="T20" fmla="*/ 33 w 63"/>
                <a:gd name="T21" fmla="*/ 48 h 82"/>
                <a:gd name="T22" fmla="*/ 35 w 63"/>
                <a:gd name="T23" fmla="*/ 40 h 82"/>
                <a:gd name="T24" fmla="*/ 54 w 63"/>
                <a:gd name="T25" fmla="*/ 24 h 82"/>
                <a:gd name="T26" fmla="*/ 35 w 63"/>
                <a:gd name="T27" fmla="*/ 8 h 82"/>
                <a:gd name="T28" fmla="*/ 8 w 63"/>
                <a:gd name="T29" fmla="*/ 8 h 82"/>
                <a:gd name="T30" fmla="*/ 8 w 63"/>
                <a:gd name="T31" fmla="*/ 40 h 82"/>
                <a:gd name="T32" fmla="*/ 35 w 63"/>
                <a:gd name="T33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82">
                  <a:moveTo>
                    <a:pt x="33" y="48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54" y="0"/>
                    <a:pt x="63" y="7"/>
                    <a:pt x="63" y="24"/>
                  </a:cubicBezTo>
                  <a:cubicBezTo>
                    <a:pt x="63" y="38"/>
                    <a:pt x="56" y="46"/>
                    <a:pt x="42" y="48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52" y="82"/>
                    <a:pt x="52" y="82"/>
                    <a:pt x="52" y="82"/>
                  </a:cubicBezTo>
                  <a:lnTo>
                    <a:pt x="33" y="48"/>
                  </a:lnTo>
                  <a:close/>
                  <a:moveTo>
                    <a:pt x="35" y="40"/>
                  </a:moveTo>
                  <a:cubicBezTo>
                    <a:pt x="47" y="40"/>
                    <a:pt x="54" y="37"/>
                    <a:pt x="54" y="24"/>
                  </a:cubicBezTo>
                  <a:cubicBezTo>
                    <a:pt x="54" y="11"/>
                    <a:pt x="47" y="8"/>
                    <a:pt x="3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40"/>
                    <a:pt x="8" y="40"/>
                    <a:pt x="8" y="40"/>
                  </a:cubicBezTo>
                  <a:lnTo>
                    <a:pt x="35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27E6C4DA-CA2E-4D2F-955D-9AD1AF6D2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2525" y="4197351"/>
              <a:ext cx="153987" cy="196850"/>
            </a:xfrm>
            <a:custGeom>
              <a:avLst/>
              <a:gdLst>
                <a:gd name="T0" fmla="*/ 38 w 97"/>
                <a:gd name="T1" fmla="*/ 57 h 124"/>
                <a:gd name="T2" fmla="*/ 14 w 97"/>
                <a:gd name="T3" fmla="*/ 85 h 124"/>
                <a:gd name="T4" fmla="*/ 14 w 97"/>
                <a:gd name="T5" fmla="*/ 124 h 124"/>
                <a:gd name="T6" fmla="*/ 0 w 97"/>
                <a:gd name="T7" fmla="*/ 124 h 124"/>
                <a:gd name="T8" fmla="*/ 0 w 97"/>
                <a:gd name="T9" fmla="*/ 0 h 124"/>
                <a:gd name="T10" fmla="*/ 14 w 97"/>
                <a:gd name="T11" fmla="*/ 0 h 124"/>
                <a:gd name="T12" fmla="*/ 14 w 97"/>
                <a:gd name="T13" fmla="*/ 68 h 124"/>
                <a:gd name="T14" fmla="*/ 76 w 97"/>
                <a:gd name="T15" fmla="*/ 0 h 124"/>
                <a:gd name="T16" fmla="*/ 91 w 97"/>
                <a:gd name="T17" fmla="*/ 0 h 124"/>
                <a:gd name="T18" fmla="*/ 47 w 97"/>
                <a:gd name="T19" fmla="*/ 48 h 124"/>
                <a:gd name="T20" fmla="*/ 97 w 97"/>
                <a:gd name="T21" fmla="*/ 124 h 124"/>
                <a:gd name="T22" fmla="*/ 82 w 97"/>
                <a:gd name="T23" fmla="*/ 124 h 124"/>
                <a:gd name="T24" fmla="*/ 38 w 97"/>
                <a:gd name="T25" fmla="*/ 5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24">
                  <a:moveTo>
                    <a:pt x="38" y="57"/>
                  </a:moveTo>
                  <a:lnTo>
                    <a:pt x="14" y="85"/>
                  </a:lnTo>
                  <a:lnTo>
                    <a:pt x="14" y="124"/>
                  </a:lnTo>
                  <a:lnTo>
                    <a:pt x="0" y="124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68"/>
                  </a:lnTo>
                  <a:lnTo>
                    <a:pt x="76" y="0"/>
                  </a:lnTo>
                  <a:lnTo>
                    <a:pt x="91" y="0"/>
                  </a:lnTo>
                  <a:lnTo>
                    <a:pt x="47" y="48"/>
                  </a:lnTo>
                  <a:lnTo>
                    <a:pt x="97" y="124"/>
                  </a:lnTo>
                  <a:lnTo>
                    <a:pt x="82" y="124"/>
                  </a:lnTo>
                  <a:lnTo>
                    <a:pt x="3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3C74F658-4046-43D7-821E-B57E1764A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33975" y="4192588"/>
              <a:ext cx="160337" cy="204788"/>
            </a:xfrm>
            <a:custGeom>
              <a:avLst/>
              <a:gdLst>
                <a:gd name="T0" fmla="*/ 0 w 67"/>
                <a:gd name="T1" fmla="*/ 75 h 85"/>
                <a:gd name="T2" fmla="*/ 5 w 67"/>
                <a:gd name="T3" fmla="*/ 69 h 85"/>
                <a:gd name="T4" fmla="*/ 34 w 67"/>
                <a:gd name="T5" fmla="*/ 77 h 85"/>
                <a:gd name="T6" fmla="*/ 59 w 67"/>
                <a:gd name="T7" fmla="*/ 61 h 85"/>
                <a:gd name="T8" fmla="*/ 34 w 67"/>
                <a:gd name="T9" fmla="*/ 45 h 85"/>
                <a:gd name="T10" fmla="*/ 5 w 67"/>
                <a:gd name="T11" fmla="*/ 22 h 85"/>
                <a:gd name="T12" fmla="*/ 34 w 67"/>
                <a:gd name="T13" fmla="*/ 0 h 85"/>
                <a:gd name="T14" fmla="*/ 63 w 67"/>
                <a:gd name="T15" fmla="*/ 8 h 85"/>
                <a:gd name="T16" fmla="*/ 58 w 67"/>
                <a:gd name="T17" fmla="*/ 15 h 85"/>
                <a:gd name="T18" fmla="*/ 34 w 67"/>
                <a:gd name="T19" fmla="*/ 8 h 85"/>
                <a:gd name="T20" fmla="*/ 13 w 67"/>
                <a:gd name="T21" fmla="*/ 22 h 85"/>
                <a:gd name="T22" fmla="*/ 36 w 67"/>
                <a:gd name="T23" fmla="*/ 37 h 85"/>
                <a:gd name="T24" fmla="*/ 67 w 67"/>
                <a:gd name="T25" fmla="*/ 61 h 85"/>
                <a:gd name="T26" fmla="*/ 34 w 67"/>
                <a:gd name="T27" fmla="*/ 85 h 85"/>
                <a:gd name="T28" fmla="*/ 0 w 67"/>
                <a:gd name="T29" fmla="*/ 7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7" h="85">
                  <a:moveTo>
                    <a:pt x="0" y="75"/>
                  </a:moveTo>
                  <a:cubicBezTo>
                    <a:pt x="5" y="69"/>
                    <a:pt x="5" y="69"/>
                    <a:pt x="5" y="69"/>
                  </a:cubicBezTo>
                  <a:cubicBezTo>
                    <a:pt x="15" y="75"/>
                    <a:pt x="24" y="77"/>
                    <a:pt x="34" y="77"/>
                  </a:cubicBezTo>
                  <a:cubicBezTo>
                    <a:pt x="51" y="77"/>
                    <a:pt x="59" y="72"/>
                    <a:pt x="59" y="61"/>
                  </a:cubicBezTo>
                  <a:cubicBezTo>
                    <a:pt x="59" y="49"/>
                    <a:pt x="49" y="48"/>
                    <a:pt x="34" y="45"/>
                  </a:cubicBezTo>
                  <a:cubicBezTo>
                    <a:pt x="16" y="42"/>
                    <a:pt x="5" y="39"/>
                    <a:pt x="5" y="22"/>
                  </a:cubicBezTo>
                  <a:cubicBezTo>
                    <a:pt x="5" y="7"/>
                    <a:pt x="15" y="0"/>
                    <a:pt x="34" y="0"/>
                  </a:cubicBezTo>
                  <a:cubicBezTo>
                    <a:pt x="47" y="0"/>
                    <a:pt x="56" y="3"/>
                    <a:pt x="63" y="8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2" y="11"/>
                    <a:pt x="43" y="8"/>
                    <a:pt x="34" y="8"/>
                  </a:cubicBezTo>
                  <a:cubicBezTo>
                    <a:pt x="19" y="8"/>
                    <a:pt x="13" y="12"/>
                    <a:pt x="13" y="22"/>
                  </a:cubicBezTo>
                  <a:cubicBezTo>
                    <a:pt x="13" y="33"/>
                    <a:pt x="22" y="35"/>
                    <a:pt x="36" y="37"/>
                  </a:cubicBezTo>
                  <a:cubicBezTo>
                    <a:pt x="54" y="40"/>
                    <a:pt x="67" y="43"/>
                    <a:pt x="67" y="61"/>
                  </a:cubicBezTo>
                  <a:cubicBezTo>
                    <a:pt x="67" y="77"/>
                    <a:pt x="57" y="85"/>
                    <a:pt x="34" y="85"/>
                  </a:cubicBezTo>
                  <a:cubicBezTo>
                    <a:pt x="22" y="85"/>
                    <a:pt x="11" y="82"/>
                    <a:pt x="0" y="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602C543C-0B72-482A-81C3-40109F6C0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13350" y="3379788"/>
              <a:ext cx="352425" cy="730250"/>
            </a:xfrm>
            <a:custGeom>
              <a:avLst/>
              <a:gdLst>
                <a:gd name="T0" fmla="*/ 120 w 147"/>
                <a:gd name="T1" fmla="*/ 0 h 303"/>
                <a:gd name="T2" fmla="*/ 0 w 147"/>
                <a:gd name="T3" fmla="*/ 125 h 303"/>
                <a:gd name="T4" fmla="*/ 0 w 147"/>
                <a:gd name="T5" fmla="*/ 303 h 303"/>
                <a:gd name="T6" fmla="*/ 27 w 147"/>
                <a:gd name="T7" fmla="*/ 303 h 303"/>
                <a:gd name="T8" fmla="*/ 27 w 147"/>
                <a:gd name="T9" fmla="*/ 125 h 303"/>
                <a:gd name="T10" fmla="*/ 120 w 147"/>
                <a:gd name="T11" fmla="*/ 26 h 303"/>
                <a:gd name="T12" fmla="*/ 147 w 147"/>
                <a:gd name="T13" fmla="*/ 27 h 303"/>
                <a:gd name="T14" fmla="*/ 147 w 147"/>
                <a:gd name="T15" fmla="*/ 1 h 303"/>
                <a:gd name="T16" fmla="*/ 120 w 147"/>
                <a:gd name="T17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303">
                  <a:moveTo>
                    <a:pt x="120" y="0"/>
                  </a:moveTo>
                  <a:cubicBezTo>
                    <a:pt x="5" y="0"/>
                    <a:pt x="0" y="52"/>
                    <a:pt x="0" y="125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70"/>
                    <a:pt x="25" y="26"/>
                    <a:pt x="120" y="26"/>
                  </a:cubicBezTo>
                  <a:cubicBezTo>
                    <a:pt x="130" y="26"/>
                    <a:pt x="139" y="26"/>
                    <a:pt x="147" y="27"/>
                  </a:cubicBezTo>
                  <a:cubicBezTo>
                    <a:pt x="147" y="1"/>
                    <a:pt x="147" y="1"/>
                    <a:pt x="147" y="1"/>
                  </a:cubicBezTo>
                  <a:cubicBezTo>
                    <a:pt x="139" y="1"/>
                    <a:pt x="130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CF467010-8FDA-4A2D-9686-3EE6030767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81238" y="3394076"/>
              <a:ext cx="582612" cy="730250"/>
            </a:xfrm>
            <a:custGeom>
              <a:avLst/>
              <a:gdLst>
                <a:gd name="T0" fmla="*/ 0 w 243"/>
                <a:gd name="T1" fmla="*/ 181 h 303"/>
                <a:gd name="T2" fmla="*/ 0 w 243"/>
                <a:gd name="T3" fmla="*/ 0 h 303"/>
                <a:gd name="T4" fmla="*/ 28 w 243"/>
                <a:gd name="T5" fmla="*/ 0 h 303"/>
                <a:gd name="T6" fmla="*/ 28 w 243"/>
                <a:gd name="T7" fmla="*/ 182 h 303"/>
                <a:gd name="T8" fmla="*/ 123 w 243"/>
                <a:gd name="T9" fmla="*/ 278 h 303"/>
                <a:gd name="T10" fmla="*/ 216 w 243"/>
                <a:gd name="T11" fmla="*/ 179 h 303"/>
                <a:gd name="T12" fmla="*/ 216 w 243"/>
                <a:gd name="T13" fmla="*/ 0 h 303"/>
                <a:gd name="T14" fmla="*/ 243 w 243"/>
                <a:gd name="T15" fmla="*/ 0 h 303"/>
                <a:gd name="T16" fmla="*/ 243 w 243"/>
                <a:gd name="T17" fmla="*/ 179 h 303"/>
                <a:gd name="T18" fmla="*/ 123 w 243"/>
                <a:gd name="T19" fmla="*/ 303 h 303"/>
                <a:gd name="T20" fmla="*/ 0 w 243"/>
                <a:gd name="T21" fmla="*/ 181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" h="303">
                  <a:moveTo>
                    <a:pt x="0" y="18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82"/>
                    <a:pt x="28" y="182"/>
                    <a:pt x="28" y="182"/>
                  </a:cubicBezTo>
                  <a:cubicBezTo>
                    <a:pt x="28" y="234"/>
                    <a:pt x="27" y="278"/>
                    <a:pt x="123" y="278"/>
                  </a:cubicBezTo>
                  <a:cubicBezTo>
                    <a:pt x="218" y="278"/>
                    <a:pt x="216" y="234"/>
                    <a:pt x="216" y="179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179"/>
                    <a:pt x="243" y="179"/>
                    <a:pt x="243" y="179"/>
                  </a:cubicBezTo>
                  <a:cubicBezTo>
                    <a:pt x="243" y="252"/>
                    <a:pt x="238" y="303"/>
                    <a:pt x="123" y="303"/>
                  </a:cubicBezTo>
                  <a:cubicBezTo>
                    <a:pt x="7" y="303"/>
                    <a:pt x="0" y="252"/>
                    <a:pt x="0" y="18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712681F6-4BBB-445D-834F-A0B7158FF7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73388" y="3379788"/>
              <a:ext cx="581025" cy="730250"/>
            </a:xfrm>
            <a:custGeom>
              <a:avLst/>
              <a:gdLst>
                <a:gd name="T0" fmla="*/ 242 w 242"/>
                <a:gd name="T1" fmla="*/ 122 h 303"/>
                <a:gd name="T2" fmla="*/ 242 w 242"/>
                <a:gd name="T3" fmla="*/ 303 h 303"/>
                <a:gd name="T4" fmla="*/ 215 w 242"/>
                <a:gd name="T5" fmla="*/ 303 h 303"/>
                <a:gd name="T6" fmla="*/ 215 w 242"/>
                <a:gd name="T7" fmla="*/ 122 h 303"/>
                <a:gd name="T8" fmla="*/ 120 w 242"/>
                <a:gd name="T9" fmla="*/ 26 h 303"/>
                <a:gd name="T10" fmla="*/ 27 w 242"/>
                <a:gd name="T11" fmla="*/ 125 h 303"/>
                <a:gd name="T12" fmla="*/ 27 w 242"/>
                <a:gd name="T13" fmla="*/ 303 h 303"/>
                <a:gd name="T14" fmla="*/ 0 w 242"/>
                <a:gd name="T15" fmla="*/ 303 h 303"/>
                <a:gd name="T16" fmla="*/ 0 w 242"/>
                <a:gd name="T17" fmla="*/ 125 h 303"/>
                <a:gd name="T18" fmla="*/ 120 w 242"/>
                <a:gd name="T19" fmla="*/ 0 h 303"/>
                <a:gd name="T20" fmla="*/ 242 w 242"/>
                <a:gd name="T21" fmla="*/ 12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2" h="303">
                  <a:moveTo>
                    <a:pt x="242" y="122"/>
                  </a:moveTo>
                  <a:cubicBezTo>
                    <a:pt x="242" y="303"/>
                    <a:pt x="242" y="303"/>
                    <a:pt x="242" y="303"/>
                  </a:cubicBezTo>
                  <a:cubicBezTo>
                    <a:pt x="215" y="303"/>
                    <a:pt x="215" y="303"/>
                    <a:pt x="215" y="303"/>
                  </a:cubicBezTo>
                  <a:cubicBezTo>
                    <a:pt x="215" y="122"/>
                    <a:pt x="215" y="122"/>
                    <a:pt x="215" y="122"/>
                  </a:cubicBezTo>
                  <a:cubicBezTo>
                    <a:pt x="215" y="70"/>
                    <a:pt x="215" y="26"/>
                    <a:pt x="120" y="26"/>
                  </a:cubicBezTo>
                  <a:cubicBezTo>
                    <a:pt x="25" y="26"/>
                    <a:pt x="27" y="70"/>
                    <a:pt x="27" y="125"/>
                  </a:cubicBezTo>
                  <a:cubicBezTo>
                    <a:pt x="27" y="303"/>
                    <a:pt x="27" y="303"/>
                    <a:pt x="27" y="303"/>
                  </a:cubicBezTo>
                  <a:cubicBezTo>
                    <a:pt x="0" y="303"/>
                    <a:pt x="0" y="303"/>
                    <a:pt x="0" y="303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52"/>
                    <a:pt x="5" y="0"/>
                    <a:pt x="120" y="0"/>
                  </a:cubicBezTo>
                  <a:cubicBezTo>
                    <a:pt x="235" y="0"/>
                    <a:pt x="242" y="52"/>
                    <a:pt x="242" y="1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1" name="Rectangle 16">
              <a:extLst>
                <a:ext uri="{FF2B5EF4-FFF2-40B4-BE49-F238E27FC236}">
                  <a16:creationId xmlns:a16="http://schemas.microsoft.com/office/drawing/2014/main" id="{399A461A-9060-41DA-9839-4ECF67A7FF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76650" y="3397251"/>
              <a:ext cx="61912" cy="7127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263C464E-C18C-4330-8F6A-E817C9584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57625" y="3397251"/>
              <a:ext cx="573087" cy="712788"/>
            </a:xfrm>
            <a:custGeom>
              <a:avLst/>
              <a:gdLst>
                <a:gd name="T0" fmla="*/ 0 w 239"/>
                <a:gd name="T1" fmla="*/ 0 h 296"/>
                <a:gd name="T2" fmla="*/ 139 w 239"/>
                <a:gd name="T3" fmla="*/ 0 h 296"/>
                <a:gd name="T4" fmla="*/ 239 w 239"/>
                <a:gd name="T5" fmla="*/ 95 h 296"/>
                <a:gd name="T6" fmla="*/ 139 w 239"/>
                <a:gd name="T7" fmla="*/ 193 h 296"/>
                <a:gd name="T8" fmla="*/ 27 w 239"/>
                <a:gd name="T9" fmla="*/ 193 h 296"/>
                <a:gd name="T10" fmla="*/ 27 w 239"/>
                <a:gd name="T11" fmla="*/ 296 h 296"/>
                <a:gd name="T12" fmla="*/ 0 w 239"/>
                <a:gd name="T13" fmla="*/ 296 h 296"/>
                <a:gd name="T14" fmla="*/ 0 w 239"/>
                <a:gd name="T15" fmla="*/ 0 h 296"/>
                <a:gd name="T16" fmla="*/ 139 w 239"/>
                <a:gd name="T17" fmla="*/ 167 h 296"/>
                <a:gd name="T18" fmla="*/ 211 w 239"/>
                <a:gd name="T19" fmla="*/ 96 h 296"/>
                <a:gd name="T20" fmla="*/ 138 w 239"/>
                <a:gd name="T21" fmla="*/ 26 h 296"/>
                <a:gd name="T22" fmla="*/ 27 w 239"/>
                <a:gd name="T23" fmla="*/ 26 h 296"/>
                <a:gd name="T24" fmla="*/ 27 w 239"/>
                <a:gd name="T25" fmla="*/ 167 h 296"/>
                <a:gd name="T26" fmla="*/ 139 w 239"/>
                <a:gd name="T27" fmla="*/ 16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9" h="296">
                  <a:moveTo>
                    <a:pt x="0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208" y="0"/>
                    <a:pt x="239" y="34"/>
                    <a:pt x="239" y="95"/>
                  </a:cubicBezTo>
                  <a:cubicBezTo>
                    <a:pt x="239" y="156"/>
                    <a:pt x="208" y="193"/>
                    <a:pt x="139" y="193"/>
                  </a:cubicBezTo>
                  <a:cubicBezTo>
                    <a:pt x="27" y="193"/>
                    <a:pt x="27" y="193"/>
                    <a:pt x="27" y="193"/>
                  </a:cubicBezTo>
                  <a:cubicBezTo>
                    <a:pt x="27" y="296"/>
                    <a:pt x="27" y="296"/>
                    <a:pt x="27" y="296"/>
                  </a:cubicBezTo>
                  <a:cubicBezTo>
                    <a:pt x="0" y="296"/>
                    <a:pt x="0" y="296"/>
                    <a:pt x="0" y="296"/>
                  </a:cubicBezTo>
                  <a:lnTo>
                    <a:pt x="0" y="0"/>
                  </a:lnTo>
                  <a:close/>
                  <a:moveTo>
                    <a:pt x="139" y="167"/>
                  </a:moveTo>
                  <a:cubicBezTo>
                    <a:pt x="187" y="167"/>
                    <a:pt x="211" y="143"/>
                    <a:pt x="211" y="96"/>
                  </a:cubicBezTo>
                  <a:cubicBezTo>
                    <a:pt x="211" y="49"/>
                    <a:pt x="185" y="26"/>
                    <a:pt x="13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167"/>
                    <a:pt x="27" y="167"/>
                    <a:pt x="27" y="167"/>
                  </a:cubicBezTo>
                  <a:lnTo>
                    <a:pt x="139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BA3EDC79-511C-483A-AE43-8F87F16342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5325" y="3378201"/>
              <a:ext cx="614362" cy="746125"/>
            </a:xfrm>
            <a:custGeom>
              <a:avLst/>
              <a:gdLst>
                <a:gd name="T0" fmla="*/ 0 w 256"/>
                <a:gd name="T1" fmla="*/ 155 h 310"/>
                <a:gd name="T2" fmla="*/ 137 w 256"/>
                <a:gd name="T3" fmla="*/ 0 h 310"/>
                <a:gd name="T4" fmla="*/ 256 w 256"/>
                <a:gd name="T5" fmla="*/ 160 h 310"/>
                <a:gd name="T6" fmla="*/ 27 w 256"/>
                <a:gd name="T7" fmla="*/ 160 h 310"/>
                <a:gd name="T8" fmla="*/ 139 w 256"/>
                <a:gd name="T9" fmla="*/ 286 h 310"/>
                <a:gd name="T10" fmla="*/ 236 w 256"/>
                <a:gd name="T11" fmla="*/ 254 h 310"/>
                <a:gd name="T12" fmla="*/ 251 w 256"/>
                <a:gd name="T13" fmla="*/ 274 h 310"/>
                <a:gd name="T14" fmla="*/ 139 w 256"/>
                <a:gd name="T15" fmla="*/ 310 h 310"/>
                <a:gd name="T16" fmla="*/ 0 w 256"/>
                <a:gd name="T17" fmla="*/ 155 h 310"/>
                <a:gd name="T18" fmla="*/ 27 w 256"/>
                <a:gd name="T19" fmla="*/ 135 h 310"/>
                <a:gd name="T20" fmla="*/ 229 w 256"/>
                <a:gd name="T21" fmla="*/ 135 h 310"/>
                <a:gd name="T22" fmla="*/ 136 w 256"/>
                <a:gd name="T23" fmla="*/ 25 h 310"/>
                <a:gd name="T24" fmla="*/ 27 w 256"/>
                <a:gd name="T25" fmla="*/ 13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6" h="310">
                  <a:moveTo>
                    <a:pt x="0" y="155"/>
                  </a:moveTo>
                  <a:cubicBezTo>
                    <a:pt x="0" y="68"/>
                    <a:pt x="25" y="0"/>
                    <a:pt x="137" y="0"/>
                  </a:cubicBezTo>
                  <a:cubicBezTo>
                    <a:pt x="252" y="0"/>
                    <a:pt x="256" y="78"/>
                    <a:pt x="256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232"/>
                    <a:pt x="45" y="286"/>
                    <a:pt x="139" y="286"/>
                  </a:cubicBezTo>
                  <a:cubicBezTo>
                    <a:pt x="189" y="286"/>
                    <a:pt x="212" y="272"/>
                    <a:pt x="236" y="254"/>
                  </a:cubicBezTo>
                  <a:cubicBezTo>
                    <a:pt x="251" y="274"/>
                    <a:pt x="251" y="274"/>
                    <a:pt x="251" y="274"/>
                  </a:cubicBezTo>
                  <a:cubicBezTo>
                    <a:pt x="224" y="294"/>
                    <a:pt x="192" y="310"/>
                    <a:pt x="139" y="310"/>
                  </a:cubicBezTo>
                  <a:cubicBezTo>
                    <a:pt x="22" y="310"/>
                    <a:pt x="0" y="242"/>
                    <a:pt x="0" y="155"/>
                  </a:cubicBezTo>
                  <a:close/>
                  <a:moveTo>
                    <a:pt x="27" y="135"/>
                  </a:moveTo>
                  <a:cubicBezTo>
                    <a:pt x="229" y="135"/>
                    <a:pt x="229" y="135"/>
                    <a:pt x="229" y="135"/>
                  </a:cubicBezTo>
                  <a:cubicBezTo>
                    <a:pt x="226" y="76"/>
                    <a:pt x="223" y="25"/>
                    <a:pt x="136" y="25"/>
                  </a:cubicBezTo>
                  <a:cubicBezTo>
                    <a:pt x="53" y="25"/>
                    <a:pt x="30" y="70"/>
                    <a:pt x="27" y="1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DE9FEF45-3930-476F-AA2F-C96BD95155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5788" y="3394076"/>
              <a:ext cx="312737" cy="873125"/>
            </a:xfrm>
            <a:custGeom>
              <a:avLst/>
              <a:gdLst>
                <a:gd name="T0" fmla="*/ 10 w 130"/>
                <a:gd name="T1" fmla="*/ 362 h 362"/>
                <a:gd name="T2" fmla="*/ 130 w 130"/>
                <a:gd name="T3" fmla="*/ 237 h 362"/>
                <a:gd name="T4" fmla="*/ 130 w 130"/>
                <a:gd name="T5" fmla="*/ 0 h 362"/>
                <a:gd name="T6" fmla="*/ 103 w 130"/>
                <a:gd name="T7" fmla="*/ 0 h 362"/>
                <a:gd name="T8" fmla="*/ 103 w 130"/>
                <a:gd name="T9" fmla="*/ 237 h 362"/>
                <a:gd name="T10" fmla="*/ 10 w 130"/>
                <a:gd name="T11" fmla="*/ 336 h 362"/>
                <a:gd name="T12" fmla="*/ 0 w 130"/>
                <a:gd name="T13" fmla="*/ 336 h 362"/>
                <a:gd name="T14" fmla="*/ 0 w 130"/>
                <a:gd name="T15" fmla="*/ 361 h 362"/>
                <a:gd name="T16" fmla="*/ 10 w 130"/>
                <a:gd name="T17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0" h="362">
                  <a:moveTo>
                    <a:pt x="10" y="362"/>
                  </a:moveTo>
                  <a:cubicBezTo>
                    <a:pt x="126" y="362"/>
                    <a:pt x="130" y="310"/>
                    <a:pt x="130" y="237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237"/>
                    <a:pt x="103" y="237"/>
                    <a:pt x="103" y="237"/>
                  </a:cubicBezTo>
                  <a:cubicBezTo>
                    <a:pt x="103" y="292"/>
                    <a:pt x="105" y="336"/>
                    <a:pt x="10" y="336"/>
                  </a:cubicBezTo>
                  <a:cubicBezTo>
                    <a:pt x="7" y="336"/>
                    <a:pt x="3" y="336"/>
                    <a:pt x="0" y="336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3" y="362"/>
                    <a:pt x="7" y="362"/>
                    <a:pt x="10" y="3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524DBCB1-1B70-473A-83D4-52B6E2D32B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373688" y="4022726"/>
              <a:ext cx="90487" cy="9207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2 h 38"/>
                <a:gd name="T12" fmla="*/ 3 w 38"/>
                <a:gd name="T13" fmla="*/ 19 h 38"/>
                <a:gd name="T14" fmla="*/ 19 w 38"/>
                <a:gd name="T15" fmla="*/ 35 h 38"/>
                <a:gd name="T16" fmla="*/ 36 w 38"/>
                <a:gd name="T17" fmla="*/ 19 h 38"/>
                <a:gd name="T18" fmla="*/ 19 w 38"/>
                <a:gd name="T19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29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29"/>
                    <a:pt x="30" y="38"/>
                    <a:pt x="19" y="38"/>
                  </a:cubicBezTo>
                  <a:close/>
                  <a:moveTo>
                    <a:pt x="19" y="2"/>
                  </a:moveTo>
                  <a:cubicBezTo>
                    <a:pt x="10" y="2"/>
                    <a:pt x="3" y="10"/>
                    <a:pt x="3" y="19"/>
                  </a:cubicBezTo>
                  <a:cubicBezTo>
                    <a:pt x="3" y="28"/>
                    <a:pt x="10" y="35"/>
                    <a:pt x="19" y="35"/>
                  </a:cubicBezTo>
                  <a:cubicBezTo>
                    <a:pt x="28" y="35"/>
                    <a:pt x="36" y="28"/>
                    <a:pt x="36" y="19"/>
                  </a:cubicBezTo>
                  <a:cubicBezTo>
                    <a:pt x="36" y="10"/>
                    <a:pt x="28" y="2"/>
                    <a:pt x="19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EF3D6A59-1A3E-4EA6-987D-D03885F302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02263" y="4041776"/>
              <a:ext cx="41275" cy="53975"/>
            </a:xfrm>
            <a:custGeom>
              <a:avLst/>
              <a:gdLst>
                <a:gd name="T0" fmla="*/ 8 w 17"/>
                <a:gd name="T1" fmla="*/ 13 h 22"/>
                <a:gd name="T2" fmla="*/ 2 w 17"/>
                <a:gd name="T3" fmla="*/ 13 h 22"/>
                <a:gd name="T4" fmla="*/ 2 w 17"/>
                <a:gd name="T5" fmla="*/ 22 h 22"/>
                <a:gd name="T6" fmla="*/ 0 w 17"/>
                <a:gd name="T7" fmla="*/ 22 h 22"/>
                <a:gd name="T8" fmla="*/ 0 w 17"/>
                <a:gd name="T9" fmla="*/ 0 h 22"/>
                <a:gd name="T10" fmla="*/ 9 w 17"/>
                <a:gd name="T11" fmla="*/ 0 h 22"/>
                <a:gd name="T12" fmla="*/ 17 w 17"/>
                <a:gd name="T13" fmla="*/ 7 h 22"/>
                <a:gd name="T14" fmla="*/ 12 w 17"/>
                <a:gd name="T15" fmla="*/ 13 h 22"/>
                <a:gd name="T16" fmla="*/ 16 w 17"/>
                <a:gd name="T17" fmla="*/ 22 h 22"/>
                <a:gd name="T18" fmla="*/ 13 w 17"/>
                <a:gd name="T19" fmla="*/ 22 h 22"/>
                <a:gd name="T20" fmla="*/ 8 w 17"/>
                <a:gd name="T21" fmla="*/ 13 h 22"/>
                <a:gd name="T22" fmla="*/ 9 w 17"/>
                <a:gd name="T23" fmla="*/ 11 h 22"/>
                <a:gd name="T24" fmla="*/ 14 w 17"/>
                <a:gd name="T25" fmla="*/ 7 h 22"/>
                <a:gd name="T26" fmla="*/ 9 w 17"/>
                <a:gd name="T27" fmla="*/ 3 h 22"/>
                <a:gd name="T28" fmla="*/ 2 w 17"/>
                <a:gd name="T29" fmla="*/ 3 h 22"/>
                <a:gd name="T30" fmla="*/ 2 w 17"/>
                <a:gd name="T31" fmla="*/ 11 h 22"/>
                <a:gd name="T32" fmla="*/ 9 w 17"/>
                <a:gd name="T3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" h="22">
                  <a:moveTo>
                    <a:pt x="8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5" y="0"/>
                    <a:pt x="17" y="2"/>
                    <a:pt x="17" y="7"/>
                  </a:cubicBezTo>
                  <a:cubicBezTo>
                    <a:pt x="17" y="10"/>
                    <a:pt x="15" y="12"/>
                    <a:pt x="12" y="1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3" y="22"/>
                    <a:pt x="13" y="22"/>
                    <a:pt x="13" y="22"/>
                  </a:cubicBezTo>
                  <a:lnTo>
                    <a:pt x="8" y="13"/>
                  </a:lnTo>
                  <a:close/>
                  <a:moveTo>
                    <a:pt x="9" y="11"/>
                  </a:moveTo>
                  <a:cubicBezTo>
                    <a:pt x="12" y="11"/>
                    <a:pt x="14" y="10"/>
                    <a:pt x="14" y="7"/>
                  </a:cubicBezTo>
                  <a:cubicBezTo>
                    <a:pt x="14" y="4"/>
                    <a:pt x="12" y="3"/>
                    <a:pt x="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1"/>
                    <a:pt x="2" y="11"/>
                    <a:pt x="2" y="11"/>
                  </a:cubicBezTo>
                  <a:lnTo>
                    <a:pt x="9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EC50894-A5B2-0C99-D405-7FC48B7888D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92763" y="6687820"/>
            <a:ext cx="1023937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Juniper Business Use Only</a:t>
            </a:r>
          </a:p>
        </p:txBody>
      </p:sp>
    </p:spTree>
    <p:extLst>
      <p:ext uri="{BB962C8B-B14F-4D97-AF65-F5344CB8AC3E}">
        <p14:creationId xmlns:p14="http://schemas.microsoft.com/office/powerpoint/2010/main" val="43750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805" r:id="rId2"/>
    <p:sldLayoutId id="2147483778" r:id="rId3"/>
    <p:sldLayoutId id="2147483808" r:id="rId4"/>
    <p:sldLayoutId id="2147483807" r:id="rId5"/>
    <p:sldLayoutId id="2147483806" r:id="rId6"/>
    <p:sldLayoutId id="2147483747" r:id="rId7"/>
    <p:sldLayoutId id="2147483752" r:id="rId8"/>
    <p:sldLayoutId id="2147483693" r:id="rId9"/>
    <p:sldLayoutId id="2147483692" r:id="rId10"/>
    <p:sldLayoutId id="2147483801" r:id="rId11"/>
    <p:sldLayoutId id="2147483718" r:id="rId12"/>
    <p:sldLayoutId id="2147483788" r:id="rId13"/>
    <p:sldLayoutId id="2147483781" r:id="rId14"/>
    <p:sldLayoutId id="2147483782" r:id="rId15"/>
    <p:sldLayoutId id="2147483787" r:id="rId16"/>
    <p:sldLayoutId id="2147483765" r:id="rId17"/>
    <p:sldLayoutId id="2147483784" r:id="rId18"/>
    <p:sldLayoutId id="2147483785" r:id="rId19"/>
    <p:sldLayoutId id="2147483786" r:id="rId20"/>
    <p:sldLayoutId id="2147483770" r:id="rId21"/>
    <p:sldLayoutId id="2147483783" r:id="rId22"/>
    <p:sldLayoutId id="2147483798" r:id="rId23"/>
    <p:sldLayoutId id="2147483780" r:id="rId24"/>
    <p:sldLayoutId id="2147483794" r:id="rId25"/>
    <p:sldLayoutId id="2147483809" r:id="rId26"/>
    <p:sldLayoutId id="2147483811" r:id="rId27"/>
    <p:sldLayoutId id="2147483768" r:id="rId28"/>
    <p:sldLayoutId id="2147483813" r:id="rId29"/>
    <p:sldLayoutId id="2147483814" r:id="rId3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accent1"/>
          </a:solidFill>
          <a:latin typeface="+mj-lt"/>
          <a:ea typeface="Lato Light" panose="020F0302020204030203" pitchFamily="34" charset="0"/>
          <a:cs typeface="Lato Light" panose="020F0302020204030203" pitchFamily="34" charset="0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1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9306" indent="-228594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-228594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93252" indent="-228594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754673" indent="-228594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8" userDrawn="1">
          <p15:clr>
            <a:srgbClr val="F26B43"/>
          </p15:clr>
        </p15:guide>
        <p15:guide id="2" orient="horz" pos="744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41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>
            <a:spLocks noGrp="1"/>
          </p:cNvSpPr>
          <p:nvPr>
            <p:ph type="body" idx="1"/>
          </p:nvPr>
        </p:nvSpPr>
        <p:spPr>
          <a:xfrm>
            <a:off x="2135974" y="4345357"/>
            <a:ext cx="6194667" cy="30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800" err="1"/>
              <a:t>xAI</a:t>
            </a:r>
            <a:r>
              <a:rPr lang="en-US" sz="1800"/>
              <a:t> – December 2025</a:t>
            </a:r>
          </a:p>
        </p:txBody>
      </p:sp>
      <p:sp>
        <p:nvSpPr>
          <p:cNvPr id="346" name="Google Shape;346;p44"/>
          <p:cNvSpPr txBox="1">
            <a:spLocks noGrp="1"/>
          </p:cNvSpPr>
          <p:nvPr>
            <p:ph type="ctrTitle"/>
          </p:nvPr>
        </p:nvSpPr>
        <p:spPr>
          <a:xfrm>
            <a:off x="2054097" y="2731765"/>
            <a:ext cx="8596800" cy="84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lang="en-US" sz="3333"/>
              <a:t>Link flap issue - status update</a:t>
            </a:r>
            <a:endParaRPr sz="3333"/>
          </a:p>
        </p:txBody>
      </p:sp>
    </p:spTree>
    <p:extLst>
      <p:ext uri="{BB962C8B-B14F-4D97-AF65-F5344CB8AC3E}">
        <p14:creationId xmlns:p14="http://schemas.microsoft.com/office/powerpoint/2010/main" val="383361956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4B5BDE-05AF-4F2F-AA42-406D7317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412" y="1901816"/>
            <a:ext cx="5499452" cy="2655194"/>
          </a:xfrm>
        </p:spPr>
        <p:txBody>
          <a:bodyPr/>
          <a:lstStyle/>
          <a:p>
            <a:r>
              <a:rPr lang="en-US"/>
              <a:t>Test Beds - Coverage</a:t>
            </a:r>
          </a:p>
          <a:p>
            <a:r>
              <a:rPr lang="en-US"/>
              <a:t>Daily Status Updates</a:t>
            </a:r>
          </a:p>
          <a:p>
            <a:r>
              <a:rPr lang="en-US"/>
              <a:t>Next Steps</a:t>
            </a:r>
          </a:p>
          <a:p>
            <a:r>
              <a:rPr lang="en-US"/>
              <a:t>Q/A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8E081A5-646B-4F4E-BE27-0819CF11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960" y="6614172"/>
            <a:ext cx="327407" cy="143629"/>
          </a:xfrm>
        </p:spPr>
        <p:txBody>
          <a:bodyPr/>
          <a:lstStyle/>
          <a:p>
            <a:fld id="{911CAEDA-F13C-43B4-B3A8-D3983B74564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2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2FDB-7AB6-E12B-6FE0-487B54BF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SysTest Reproduction Summary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14F45F-EEC2-2380-1AB1-35F51CBB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38FAC-7ABD-6C50-FC82-434E645F92BA}"/>
              </a:ext>
            </a:extLst>
          </p:cNvPr>
          <p:cNvSpPr txBox="1"/>
          <p:nvPr/>
        </p:nvSpPr>
        <p:spPr>
          <a:xfrm>
            <a:off x="589280" y="1513840"/>
            <a:ext cx="11069321" cy="5093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We have been able to reproduce the issue in more than 3 instances ( multiple times in each instance) 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The behavior is same -  local_ reason_ opcode = alignment loss on the NIC end ( Amber log )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b="1" dirty="0">
                <a:solidFill>
                  <a:srgbClr val="0432FF"/>
                </a:solidFill>
              </a:rPr>
              <a:t>NIC initializes  </a:t>
            </a:r>
            <a:r>
              <a:rPr lang="en-US" sz="1600" dirty="0"/>
              <a:t>- Link goes down 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Link comes back up.  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Resulting in </a:t>
            </a:r>
            <a:r>
              <a:rPr lang="en-US" sz="1600" b="1" dirty="0">
                <a:solidFill>
                  <a:srgbClr val="0432FF"/>
                </a:solidFill>
              </a:rPr>
              <a:t>12 second</a:t>
            </a:r>
            <a:r>
              <a:rPr lang="en-US" sz="1600" dirty="0"/>
              <a:t> link flap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endParaRPr lang="en-US" sz="1600" dirty="0"/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endParaRPr lang="en-US" sz="1600" dirty="0"/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We can group the reproduction into 3 buckets 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One leg of the AEC cable was connected to BF-3 ; other one dangling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Voltage Margin Variation -&gt;  -5%  to + 3.16% of the nominal </a:t>
            </a:r>
          </a:p>
          <a:p>
            <a:pPr marL="628639" lvl="1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/>
              <a:t> Built a scaled-</a:t>
            </a:r>
            <a:r>
              <a:rPr lang="en-US" sz="1600" dirty="0" err="1"/>
              <a:t>upFA</a:t>
            </a:r>
            <a:r>
              <a:rPr lang="en-US" sz="1600" dirty="0"/>
              <a:t> Unit  ( 2 occurrences of flap of one AEC – </a:t>
            </a:r>
            <a:r>
              <a:rPr lang="en-US" sz="1600" b="1" dirty="0">
                <a:solidFill>
                  <a:srgbClr val="0432FF"/>
                </a:solidFill>
              </a:rPr>
              <a:t>same signature </a:t>
            </a:r>
            <a:r>
              <a:rPr lang="en-US" sz="1600" dirty="0"/>
              <a:t>as above ) </a:t>
            </a:r>
          </a:p>
          <a:p>
            <a:pPr marL="1085827" lvl="2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400" dirty="0"/>
              <a:t>14x 800G  AEC – to ( 2x400G BF-3140) </a:t>
            </a:r>
          </a:p>
          <a:p>
            <a:pPr marL="1085827" lvl="2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400" dirty="0"/>
              <a:t>22 x 800G – AEC – to QFX5240-64QD </a:t>
            </a:r>
          </a:p>
          <a:p>
            <a:pPr marL="1085827" lvl="2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400" dirty="0"/>
              <a:t>28x 800G – OSFP- 800G DR8 to  QFX5240-64OD </a:t>
            </a:r>
          </a:p>
          <a:p>
            <a:pPr marL="1085827" lvl="2" indent="-171450">
              <a:spcBef>
                <a:spcPts val="600"/>
              </a:spcBef>
              <a:buFont typeface="Wingdings" pitchFamily="2" charset="2"/>
              <a:buChar char="§"/>
            </a:pPr>
            <a:endParaRPr lang="en-US" sz="1600" dirty="0"/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endParaRPr lang="en-US" sz="1600" dirty="0"/>
          </a:p>
        </p:txBody>
      </p:sp>
      <p:pic>
        <p:nvPicPr>
          <p:cNvPr id="8" name="Picture 7" descr="A diagram of a computer flow&#10;&#10;AI-generated content may be incorrect.">
            <a:extLst>
              <a:ext uri="{FF2B5EF4-FFF2-40B4-BE49-F238E27FC236}">
                <a16:creationId xmlns:a16="http://schemas.microsoft.com/office/drawing/2014/main" id="{65E37427-9959-F5DE-52B1-E932D84DE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597" y="3254823"/>
            <a:ext cx="1601446" cy="243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3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40E9-7006-D396-31BE-786E1E72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5888139" cy="413258"/>
          </a:xfrm>
        </p:spPr>
        <p:txBody>
          <a:bodyPr/>
          <a:lstStyle/>
          <a:p>
            <a:r>
              <a:rPr lang="en-US"/>
              <a:t>Juniper Lab Topology – XAI Flap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DE793F-D076-8033-4ADD-92719F09F71E}"/>
              </a:ext>
            </a:extLst>
          </p:cNvPr>
          <p:cNvSpPr/>
          <p:nvPr/>
        </p:nvSpPr>
        <p:spPr>
          <a:xfrm>
            <a:off x="2062371" y="1175442"/>
            <a:ext cx="2998839" cy="872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QFX5240-QD (25.2X100)</a:t>
            </a:r>
          </a:p>
          <a:p>
            <a:pPr algn="ctr"/>
            <a:r>
              <a:rPr lang="en-US" sz="1200"/>
              <a:t>800G/400G QSFP-DD</a:t>
            </a:r>
          </a:p>
          <a:p>
            <a:pPr algn="ctr"/>
            <a:r>
              <a:rPr lang="en-US" sz="1200"/>
              <a:t>san-q5240-q08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665980-D257-D0A3-D82F-B4FEF7602DCC}"/>
              </a:ext>
            </a:extLst>
          </p:cNvPr>
          <p:cNvSpPr/>
          <p:nvPr/>
        </p:nvSpPr>
        <p:spPr>
          <a:xfrm>
            <a:off x="1381474" y="6016669"/>
            <a:ext cx="1807598" cy="405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san-rt-ai-srv01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2EF285-6FA1-C44A-8A38-86871D48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31065" y="4091137"/>
            <a:ext cx="46472" cy="1144856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31A5AF-504E-6568-B604-D1172BF994FF}"/>
              </a:ext>
            </a:extLst>
          </p:cNvPr>
          <p:cNvSpPr txBox="1"/>
          <p:nvPr/>
        </p:nvSpPr>
        <p:spPr>
          <a:xfrm>
            <a:off x="1554454" y="5006424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ET-24:1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F8C2C-20BB-AAC8-D9D6-2731A36E9E7F}"/>
              </a:ext>
            </a:extLst>
          </p:cNvPr>
          <p:cNvSpPr txBox="1"/>
          <p:nvPr/>
        </p:nvSpPr>
        <p:spPr>
          <a:xfrm>
            <a:off x="2316564" y="4958994"/>
            <a:ext cx="721672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 b="1"/>
              <a:t>ET-14:1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4934D-5B4B-6C25-2CEA-41776D3BB725}"/>
              </a:ext>
            </a:extLst>
          </p:cNvPr>
          <p:cNvSpPr txBox="1"/>
          <p:nvPr/>
        </p:nvSpPr>
        <p:spPr>
          <a:xfrm>
            <a:off x="3290956" y="5779552"/>
            <a:ext cx="9380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enp13s0f0np0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8C4F0-83E8-3B9E-5A2B-86BB4AA0CCD0}"/>
              </a:ext>
            </a:extLst>
          </p:cNvPr>
          <p:cNvSpPr txBox="1"/>
          <p:nvPr/>
        </p:nvSpPr>
        <p:spPr>
          <a:xfrm>
            <a:off x="1301820" y="5784679"/>
            <a:ext cx="10134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enp180s0f0np0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67211-108B-AD72-9709-81354019EF2D}"/>
              </a:ext>
            </a:extLst>
          </p:cNvPr>
          <p:cNvSpPr txBox="1"/>
          <p:nvPr/>
        </p:nvSpPr>
        <p:spPr>
          <a:xfrm>
            <a:off x="1681164" y="6403176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BF3 NIC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477D7-F282-AA6F-B0A7-9B77EFFB6221}"/>
              </a:ext>
            </a:extLst>
          </p:cNvPr>
          <p:cNvSpPr/>
          <p:nvPr/>
        </p:nvSpPr>
        <p:spPr>
          <a:xfrm>
            <a:off x="2062371" y="3215122"/>
            <a:ext cx="2998839" cy="87261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QFX5240-OD</a:t>
            </a:r>
          </a:p>
          <a:p>
            <a:pPr algn="ctr"/>
            <a:r>
              <a:rPr lang="en-US" sz="1200"/>
              <a:t>D40.7- 800G OSFP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D2D6E4-E264-4034-0945-CC8D42B1B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186986" y="2057832"/>
            <a:ext cx="0" cy="117703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3B190B-8177-78D5-5E69-1B595E627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561212" y="2027242"/>
            <a:ext cx="0" cy="117703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5CDB6B-4599-A54C-1EBC-F6CF41806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926321" y="2035253"/>
            <a:ext cx="0" cy="11770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9BA53F-D79C-B0DE-0C31-4E59EA2D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4074224" y="2041654"/>
            <a:ext cx="9717" cy="11770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153810-4B30-C681-5344-C3F53AAD1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4948158" y="2035253"/>
            <a:ext cx="0" cy="117703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C6FB682-6DFA-30E1-7335-9CC632C8A839}"/>
              </a:ext>
            </a:extLst>
          </p:cNvPr>
          <p:cNvSpPr/>
          <p:nvPr/>
        </p:nvSpPr>
        <p:spPr>
          <a:xfrm>
            <a:off x="3470686" y="5976521"/>
            <a:ext cx="1807598" cy="405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san-rt-ai-srv02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4E25C3-8A34-BF3A-62BA-0F182B12C0E3}"/>
              </a:ext>
            </a:extLst>
          </p:cNvPr>
          <p:cNvSpPr txBox="1"/>
          <p:nvPr/>
        </p:nvSpPr>
        <p:spPr>
          <a:xfrm>
            <a:off x="1969055" y="3178349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1">
                    <a:lumMod val="20000"/>
                    <a:lumOff val="80000"/>
                  </a:schemeClr>
                </a:solidFill>
              </a:rPr>
              <a:t>AEC0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BB115-BC5A-F98D-83D4-ED31077DCACC}"/>
              </a:ext>
            </a:extLst>
          </p:cNvPr>
          <p:cNvSpPr/>
          <p:nvPr/>
        </p:nvSpPr>
        <p:spPr>
          <a:xfrm>
            <a:off x="6791235" y="3212283"/>
            <a:ext cx="2500273" cy="872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san-q5240-06</a:t>
            </a:r>
          </a:p>
          <a:p>
            <a:pPr algn="ctr"/>
            <a:endParaRPr lang="en-US" sz="12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3153F3D-8A38-EA85-CB58-BD6C8FE3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 flipV="1">
            <a:off x="5061210" y="3648590"/>
            <a:ext cx="1730025" cy="2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C9C4F2-FC85-F251-6A32-BC64FE558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61210" y="3988382"/>
            <a:ext cx="17300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5728657-B844-4DCB-EF29-F2B0951D7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61210" y="3816317"/>
            <a:ext cx="17300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8FDE86-117A-2210-C028-53C0CE2D5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61210" y="3334537"/>
            <a:ext cx="17300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5AB7EDC-14C0-CD92-F3CA-9D9469681095}"/>
              </a:ext>
            </a:extLst>
          </p:cNvPr>
          <p:cNvSpPr txBox="1"/>
          <p:nvPr/>
        </p:nvSpPr>
        <p:spPr>
          <a:xfrm>
            <a:off x="5241610" y="3368102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4x800G-DR8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341F13-651B-A0A4-7CFA-113E1B09DA2F}"/>
              </a:ext>
            </a:extLst>
          </p:cNvPr>
          <p:cNvSpPr txBox="1"/>
          <p:nvPr/>
        </p:nvSpPr>
        <p:spPr>
          <a:xfrm>
            <a:off x="4176666" y="3475929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XAI FA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79C13-1ACA-9A51-BE95-4DC8F19B69AB}"/>
              </a:ext>
            </a:extLst>
          </p:cNvPr>
          <p:cNvSpPr txBox="1"/>
          <p:nvPr/>
        </p:nvSpPr>
        <p:spPr>
          <a:xfrm>
            <a:off x="5682984" y="5897690"/>
            <a:ext cx="726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BF3 NIC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39DF8-BFED-6495-FE06-7C2B8EC26BC7}"/>
              </a:ext>
            </a:extLst>
          </p:cNvPr>
          <p:cNvSpPr txBox="1"/>
          <p:nvPr/>
        </p:nvSpPr>
        <p:spPr>
          <a:xfrm>
            <a:off x="4026401" y="2187556"/>
            <a:ext cx="91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70x400G</a:t>
            </a:r>
          </a:p>
          <a:p>
            <a:r>
              <a:rPr lang="en-US" sz="1000"/>
              <a:t>et-0/0/0-30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3E4086-80D4-42A6-6BCC-46682D7CB028}"/>
              </a:ext>
            </a:extLst>
          </p:cNvPr>
          <p:cNvSpPr txBox="1"/>
          <p:nvPr/>
        </p:nvSpPr>
        <p:spPr>
          <a:xfrm>
            <a:off x="2322262" y="3175182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1">
                    <a:lumMod val="20000"/>
                    <a:lumOff val="80000"/>
                  </a:schemeClr>
                </a:solidFill>
              </a:rPr>
              <a:t>AEC3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53B2FB-F8EE-7F11-3BB9-6DF95DA24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579765" y="2040775"/>
            <a:ext cx="69552" cy="284279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BA7931-337D-E940-7E34-68FE70D0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183325" y="2033494"/>
            <a:ext cx="87346" cy="29156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9351525-BE45-778E-4C47-C516AE67A12D}"/>
              </a:ext>
            </a:extLst>
          </p:cNvPr>
          <p:cNvSpPr txBox="1"/>
          <p:nvPr/>
        </p:nvSpPr>
        <p:spPr>
          <a:xfrm>
            <a:off x="2026399" y="3813187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accent1">
                    <a:lumMod val="20000"/>
                    <a:lumOff val="80000"/>
                  </a:schemeClr>
                </a:solidFill>
              </a:rPr>
              <a:t>AEC1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A01EDD-5E33-BCEE-9F37-B5B8A16BF9D8}"/>
              </a:ext>
            </a:extLst>
          </p:cNvPr>
          <p:cNvSpPr txBox="1"/>
          <p:nvPr/>
        </p:nvSpPr>
        <p:spPr>
          <a:xfrm>
            <a:off x="1170123" y="3686637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accent1">
                    <a:lumMod val="20000"/>
                    <a:lumOff val="80000"/>
                  </a:schemeClr>
                </a:solidFill>
              </a:rPr>
              <a:t>AEC4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9C56C6D-4D3E-1524-D6F3-04DEE9575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2277537" y="5235993"/>
            <a:ext cx="7736" cy="780676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820D072-DB31-6A47-B835-61F3AF05B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619797" y="2276856"/>
            <a:ext cx="1042583" cy="891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3AC6803-089C-DF29-CDED-D8E06E2D2A05}"/>
              </a:ext>
            </a:extLst>
          </p:cNvPr>
          <p:cNvSpPr txBox="1"/>
          <p:nvPr/>
        </p:nvSpPr>
        <p:spPr>
          <a:xfrm>
            <a:off x="5725837" y="1912142"/>
            <a:ext cx="28921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/>
              <a:t>CREDO AEC (1x800G OSFP -&gt; 2x400G QDD112 )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D0217F-EAF0-DF5A-DA1B-32114C168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2851644" y="2057832"/>
            <a:ext cx="0" cy="117703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687D006-FA3B-130C-BB3B-8C95E827B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2846181" y="2054524"/>
            <a:ext cx="89257" cy="285874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969ECE9-DB74-E325-3404-C13BF234C91D}"/>
              </a:ext>
            </a:extLst>
          </p:cNvPr>
          <p:cNvSpPr txBox="1"/>
          <p:nvPr/>
        </p:nvSpPr>
        <p:spPr>
          <a:xfrm>
            <a:off x="2666774" y="3181651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1">
                    <a:lumMod val="20000"/>
                    <a:lumOff val="80000"/>
                  </a:schemeClr>
                </a:solidFill>
              </a:rPr>
              <a:t>AEC7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5DFFB40-3F87-A982-248D-5863911D8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147583" y="2054332"/>
            <a:ext cx="0" cy="117703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CE1641E-0620-A60D-D3FA-65842B3A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148882" y="2040775"/>
            <a:ext cx="71486" cy="299623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0F9F1D4-F2B4-8D2B-AA75-AD3299239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505336" y="2027242"/>
            <a:ext cx="0" cy="117703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8E4190C-BF3A-1E08-E21A-94E9C494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504924" y="2048055"/>
            <a:ext cx="80617" cy="237711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D183799-662B-3FA1-D569-78AA7298BD4A}"/>
              </a:ext>
            </a:extLst>
          </p:cNvPr>
          <p:cNvSpPr txBox="1"/>
          <p:nvPr/>
        </p:nvSpPr>
        <p:spPr>
          <a:xfrm>
            <a:off x="3008916" y="3179476"/>
            <a:ext cx="484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1">
                    <a:lumMod val="20000"/>
                    <a:lumOff val="80000"/>
                  </a:schemeClr>
                </a:solidFill>
              </a:rPr>
              <a:t>AEC8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23D41B0-4412-CE0D-E8B9-04E9EA4D958D}"/>
              </a:ext>
            </a:extLst>
          </p:cNvPr>
          <p:cNvSpPr txBox="1"/>
          <p:nvPr/>
        </p:nvSpPr>
        <p:spPr>
          <a:xfrm>
            <a:off x="3339245" y="3178772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accent1">
                    <a:lumMod val="20000"/>
                    <a:lumOff val="80000"/>
                  </a:schemeClr>
                </a:solidFill>
              </a:rPr>
              <a:t>AEC 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7237EC-4BBD-F947-10B2-5D164944A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04128" y="4097234"/>
            <a:ext cx="21528" cy="997881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6C31E4-DEC8-0623-D84D-CF4647E43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8" idx="0"/>
            <a:endCxn id="8" idx="3"/>
          </p:cNvCxnSpPr>
          <p:nvPr/>
        </p:nvCxnSpPr>
        <p:spPr>
          <a:xfrm flipH="1" flipV="1">
            <a:off x="3038236" y="5097494"/>
            <a:ext cx="1336249" cy="879027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9E05034-9EB3-11A8-A16E-49936618F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3962351" y="5710643"/>
            <a:ext cx="733208" cy="9723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E28994E-4E77-DF90-3413-515221D58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2290208" y="5588620"/>
            <a:ext cx="445269" cy="21925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C3FADA7-EC87-076C-A41E-726A1F09E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98965" y="4071009"/>
            <a:ext cx="0" cy="996831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A374F98-A9BF-B730-A5AD-29BEA6D2F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97" idx="0"/>
          </p:cNvCxnSpPr>
          <p:nvPr/>
        </p:nvCxnSpPr>
        <p:spPr>
          <a:xfrm flipH="1" flipV="1">
            <a:off x="4698965" y="5029925"/>
            <a:ext cx="4144332" cy="934671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A3D92BC-9B5D-D829-30C0-32E1BF3FF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119499" y="5784679"/>
            <a:ext cx="96618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D95F9019-5332-3971-5D6D-070814883A3F}"/>
              </a:ext>
            </a:extLst>
          </p:cNvPr>
          <p:cNvSpPr txBox="1"/>
          <p:nvPr/>
        </p:nvSpPr>
        <p:spPr>
          <a:xfrm>
            <a:off x="4667864" y="4761347"/>
            <a:ext cx="695152" cy="354955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1000" b="1"/>
              <a:t>ET-40:0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CAE9610-5860-729B-A671-64745F8DE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24861" y="4043192"/>
            <a:ext cx="21754" cy="1073914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55D672E-24BF-483A-2C15-C1E77E684E7A}"/>
              </a:ext>
            </a:extLst>
          </p:cNvPr>
          <p:cNvSpPr/>
          <p:nvPr/>
        </p:nvSpPr>
        <p:spPr>
          <a:xfrm>
            <a:off x="5649271" y="5976521"/>
            <a:ext cx="1807598" cy="405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svl-d-ai-srv04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E0D7735-E0EB-2BD9-A6BD-BC325489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3824861" y="5094655"/>
            <a:ext cx="2756660" cy="879027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4FF309D4-B5F8-454B-C9A3-8B0262D70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5746428" y="5708335"/>
            <a:ext cx="1498130" cy="25744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092650FA-1D01-5835-5E42-9BA32CA84B58}"/>
              </a:ext>
            </a:extLst>
          </p:cNvPr>
          <p:cNvSpPr txBox="1"/>
          <p:nvPr/>
        </p:nvSpPr>
        <p:spPr>
          <a:xfrm>
            <a:off x="5754757" y="5237922"/>
            <a:ext cx="0" cy="0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E47B97F-7F4F-3CCD-B0BA-2A25007C3A1B}"/>
              </a:ext>
            </a:extLst>
          </p:cNvPr>
          <p:cNvSpPr txBox="1"/>
          <p:nvPr/>
        </p:nvSpPr>
        <p:spPr>
          <a:xfrm>
            <a:off x="3222202" y="4832149"/>
            <a:ext cx="695152" cy="354955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1000" b="1"/>
              <a:t>ET-36:0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ABEE4CA-D684-6E73-58DD-63B84773F773}"/>
              </a:ext>
            </a:extLst>
          </p:cNvPr>
          <p:cNvSpPr txBox="1"/>
          <p:nvPr/>
        </p:nvSpPr>
        <p:spPr>
          <a:xfrm>
            <a:off x="3886545" y="4903770"/>
            <a:ext cx="695152" cy="354955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1000" b="1"/>
              <a:t>ET-36:1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C86F962-20C2-DD37-FB01-EEE9DEB0ECE5}"/>
              </a:ext>
            </a:extLst>
          </p:cNvPr>
          <p:cNvSpPr txBox="1"/>
          <p:nvPr/>
        </p:nvSpPr>
        <p:spPr>
          <a:xfrm>
            <a:off x="6700766" y="5666597"/>
            <a:ext cx="781329" cy="214306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r>
              <a:rPr lang="en-US" sz="800" b="1"/>
              <a:t>enp55s0np0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8B2BD3D-B74D-56DF-B9E8-1E820B3B3304}"/>
              </a:ext>
            </a:extLst>
          </p:cNvPr>
          <p:cNvSpPr txBox="1"/>
          <p:nvPr/>
        </p:nvSpPr>
        <p:spPr>
          <a:xfrm>
            <a:off x="5445538" y="5777413"/>
            <a:ext cx="923319" cy="215444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en-US" sz="800" b="1"/>
              <a:t>enp13s0np0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6DF731D-9B49-267E-F2D8-0656212EB4BD}"/>
              </a:ext>
            </a:extLst>
          </p:cNvPr>
          <p:cNvSpPr txBox="1"/>
          <p:nvPr/>
        </p:nvSpPr>
        <p:spPr>
          <a:xfrm>
            <a:off x="6191728" y="5890631"/>
            <a:ext cx="593526" cy="201090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1000">
                <a:solidFill>
                  <a:srgbClr val="0070F8"/>
                </a:solidFill>
              </a:rPr>
              <a:t>thor2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30A035D-6DA0-0F91-5460-626CDC487A84}"/>
              </a:ext>
            </a:extLst>
          </p:cNvPr>
          <p:cNvSpPr txBox="1"/>
          <p:nvPr/>
        </p:nvSpPr>
        <p:spPr>
          <a:xfrm>
            <a:off x="6967400" y="5905141"/>
            <a:ext cx="593526" cy="201090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1000">
                <a:solidFill>
                  <a:srgbClr val="0070F8"/>
                </a:solidFill>
              </a:rPr>
              <a:t>thor2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9A398A7-1899-6B22-A46A-81BB8C858C2B}"/>
              </a:ext>
            </a:extLst>
          </p:cNvPr>
          <p:cNvSpPr txBox="1"/>
          <p:nvPr/>
        </p:nvSpPr>
        <p:spPr>
          <a:xfrm>
            <a:off x="3630356" y="5905141"/>
            <a:ext cx="495427" cy="206024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900">
                <a:solidFill>
                  <a:srgbClr val="0070F8"/>
                </a:solidFill>
              </a:rPr>
              <a:t>BF3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FA3F337-D410-5733-7973-E44E48A24A46}"/>
              </a:ext>
            </a:extLst>
          </p:cNvPr>
          <p:cNvSpPr txBox="1"/>
          <p:nvPr/>
        </p:nvSpPr>
        <p:spPr>
          <a:xfrm>
            <a:off x="1340866" y="5944954"/>
            <a:ext cx="495427" cy="206024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900">
                <a:solidFill>
                  <a:srgbClr val="0070F8"/>
                </a:solidFill>
              </a:rPr>
              <a:t>BF3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64D897FB-5B58-E58E-82E2-E1B652A55AD3}"/>
              </a:ext>
            </a:extLst>
          </p:cNvPr>
          <p:cNvSpPr/>
          <p:nvPr/>
        </p:nvSpPr>
        <p:spPr>
          <a:xfrm>
            <a:off x="7939498" y="5964596"/>
            <a:ext cx="1807598" cy="405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svl-hp-ai-srv02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9C2245B-D229-D6E9-1BB1-A80F3D9B2C80}"/>
              </a:ext>
            </a:extLst>
          </p:cNvPr>
          <p:cNvSpPr txBox="1"/>
          <p:nvPr/>
        </p:nvSpPr>
        <p:spPr>
          <a:xfrm>
            <a:off x="8618473" y="5867728"/>
            <a:ext cx="495427" cy="206024"/>
          </a:xfrm>
          <a:prstGeom prst="rect">
            <a:avLst/>
          </a:prstGeom>
          <a:noFill/>
          <a:ln w="38100">
            <a:noFill/>
          </a:ln>
        </p:spPr>
        <p:txBody>
          <a:bodyPr wrap="none" lIns="90170" tIns="90170" rIns="90170" bIns="90170" rtlCol="0">
            <a:noAutofit/>
          </a:bodyPr>
          <a:lstStyle/>
          <a:p>
            <a:pPr algn="l"/>
            <a:r>
              <a:rPr lang="en-US" sz="900">
                <a:solidFill>
                  <a:srgbClr val="0070F8"/>
                </a:solidFill>
              </a:rPr>
              <a:t>CX8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27F69E-C3D3-1AA8-C50D-3081B2499E08}"/>
              </a:ext>
            </a:extLst>
          </p:cNvPr>
          <p:cNvSpPr txBox="1"/>
          <p:nvPr/>
        </p:nvSpPr>
        <p:spPr>
          <a:xfrm>
            <a:off x="2720958" y="3838675"/>
            <a:ext cx="5148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accent1">
                    <a:lumMod val="20000"/>
                    <a:lumOff val="80000"/>
                  </a:schemeClr>
                </a:solidFill>
              </a:rPr>
              <a:t>AEC4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86526B-D8A3-6BFB-15F5-E84218B8EECA}"/>
              </a:ext>
            </a:extLst>
          </p:cNvPr>
          <p:cNvSpPr txBox="1"/>
          <p:nvPr/>
        </p:nvSpPr>
        <p:spPr>
          <a:xfrm>
            <a:off x="3534335" y="3874802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accent1">
                    <a:lumMod val="20000"/>
                    <a:lumOff val="80000"/>
                  </a:schemeClr>
                </a:solidFill>
              </a:rPr>
              <a:t>AEC5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6A1BEE-B6E2-695D-DE07-82622673CFC3}"/>
              </a:ext>
            </a:extLst>
          </p:cNvPr>
          <p:cNvSpPr txBox="1"/>
          <p:nvPr/>
        </p:nvSpPr>
        <p:spPr>
          <a:xfrm>
            <a:off x="4375524" y="3854921"/>
            <a:ext cx="5164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accent1">
                    <a:lumMod val="20000"/>
                    <a:lumOff val="80000"/>
                  </a:schemeClr>
                </a:solidFill>
              </a:rPr>
              <a:t>AEC6</a:t>
            </a:r>
          </a:p>
        </p:txBody>
      </p:sp>
    </p:spTree>
    <p:extLst>
      <p:ext uri="{BB962C8B-B14F-4D97-AF65-F5344CB8AC3E}">
        <p14:creationId xmlns:p14="http://schemas.microsoft.com/office/powerpoint/2010/main" val="1423518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51F4D-ED65-A6C6-E672-E92630C26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1088421"/>
            <a:fld id="{104FC826-72BB-4AF1-BA01-A94F7396A7DC}" type="slidenum">
              <a:rPr lang="en-US" smtClean="0"/>
              <a:pPr defTabSz="1088421"/>
              <a:t>5</a:t>
            </a:fld>
            <a:endParaRPr lang="en-US"/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DC4A7B9-9043-F82A-BD2F-AA7F1575E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302" y="1712525"/>
            <a:ext cx="6951811" cy="399366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841DB14-89C4-0191-CDA4-CA1931A59DE3}"/>
              </a:ext>
            </a:extLst>
          </p:cNvPr>
          <p:cNvSpPr txBox="1">
            <a:spLocks/>
          </p:cNvSpPr>
          <p:nvPr/>
        </p:nvSpPr>
        <p:spPr>
          <a:xfrm>
            <a:off x="418037" y="148777"/>
            <a:ext cx="9085886" cy="7008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baseline="0">
                <a:solidFill>
                  <a:schemeClr val="accent1"/>
                </a:solidFill>
                <a:latin typeface="+mj-lt"/>
                <a:ea typeface="Lato Light" panose="020F0302020204030203" pitchFamily="34" charset="0"/>
                <a:cs typeface="Lato Light" panose="020F0302020204030203" pitchFamily="34" charset="0"/>
              </a:defRPr>
            </a:lvl1pPr>
          </a:lstStyle>
          <a:p>
            <a:r>
              <a:rPr lang="en-US">
                <a:ea typeface="Lato Light"/>
                <a:cs typeface="Lato Light"/>
              </a:rPr>
              <a:t>Juniper Lab Topology – Scaled-up  </a:t>
            </a:r>
          </a:p>
        </p:txBody>
      </p:sp>
    </p:spTree>
    <p:extLst>
      <p:ext uri="{BB962C8B-B14F-4D97-AF65-F5344CB8AC3E}">
        <p14:creationId xmlns:p14="http://schemas.microsoft.com/office/powerpoint/2010/main" val="3549065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C94ABB85-CAAA-8A09-1FFB-01F8EB1A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>
            <a:extLst>
              <a:ext uri="{FF2B5EF4-FFF2-40B4-BE49-F238E27FC236}">
                <a16:creationId xmlns:a16="http://schemas.microsoft.com/office/drawing/2014/main" id="{3362A926-2EF1-E2F9-2C06-6B3FA68B1CE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54097" y="2731765"/>
            <a:ext cx="8596800" cy="84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lang="en-US" sz="3333"/>
              <a:t>HW LAB </a:t>
            </a:r>
            <a:endParaRPr sz="3333"/>
          </a:p>
        </p:txBody>
      </p:sp>
    </p:spTree>
    <p:extLst>
      <p:ext uri="{BB962C8B-B14F-4D97-AF65-F5344CB8AC3E}">
        <p14:creationId xmlns:p14="http://schemas.microsoft.com/office/powerpoint/2010/main" val="318366900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F571-F4E3-5BCA-E522-B7D13D9F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EB04-F4CF-D588-42C1-B7F2BDD0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HW FA #1 – OPTICS (ODVT) testing for </a:t>
            </a:r>
            <a:r>
              <a:rPr lang="en-US" err="1"/>
              <a:t>aEC</a:t>
            </a:r>
            <a:r>
              <a:rPr lang="en-US"/>
              <a:t> on QFX5240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E8880B-10A1-9468-B61F-A9D574A4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AEDA-F13C-43B4-B3A8-D3983B745648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27B8E4B-24CE-B784-805D-4AEC0B0F869C}"/>
              </a:ext>
            </a:extLst>
          </p:cNvPr>
          <p:cNvGraphicFramePr/>
          <p:nvPr/>
        </p:nvGraphicFramePr>
        <p:xfrm>
          <a:off x="665791" y="1499017"/>
          <a:ext cx="10956576" cy="3208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557F851-7052-9C15-F610-0F5C3CFEBC59}"/>
              </a:ext>
            </a:extLst>
          </p:cNvPr>
          <p:cNvGrpSpPr/>
          <p:nvPr/>
        </p:nvGrpSpPr>
        <p:grpSpPr>
          <a:xfrm>
            <a:off x="1118197" y="4799768"/>
            <a:ext cx="9514048" cy="1721809"/>
            <a:chOff x="1089842" y="3822398"/>
            <a:chExt cx="9514048" cy="1721809"/>
          </a:xfrm>
        </p:grpSpPr>
        <p:pic>
          <p:nvPicPr>
            <p:cNvPr id="6" name="Picture 5" descr="A wire with a pair of wire&#10;&#10;AI-generated content may be incorrect.">
              <a:extLst>
                <a:ext uri="{FF2B5EF4-FFF2-40B4-BE49-F238E27FC236}">
                  <a16:creationId xmlns:a16="http://schemas.microsoft.com/office/drawing/2014/main" id="{6FDC0AD4-BA83-5197-D6A4-4F7629F5B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835" y="3867573"/>
              <a:ext cx="6230219" cy="1676634"/>
            </a:xfrm>
            <a:prstGeom prst="rect">
              <a:avLst/>
            </a:prstGeom>
          </p:spPr>
        </p:pic>
        <p:sp>
          <p:nvSpPr>
            <p:cNvPr id="7" name="Rounded Rectangle 26">
              <a:extLst>
                <a:ext uri="{FF2B5EF4-FFF2-40B4-BE49-F238E27FC236}">
                  <a16:creationId xmlns:a16="http://schemas.microsoft.com/office/drawing/2014/main" id="{160FEE1C-1454-C82B-632D-045D78D3D210}"/>
                </a:ext>
              </a:extLst>
            </p:cNvPr>
            <p:cNvSpPr/>
            <p:nvPr/>
          </p:nvSpPr>
          <p:spPr>
            <a:xfrm>
              <a:off x="1089842" y="3992451"/>
              <a:ext cx="1598780" cy="940158"/>
            </a:xfrm>
            <a:prstGeom prst="roundRect">
              <a:avLst/>
            </a:prstGeom>
            <a:solidFill>
              <a:srgbClr val="0D5265"/>
            </a:solidFill>
            <a:ln w="12700" cap="flat" cmpd="sng" algn="ctr">
              <a:solidFill>
                <a:srgbClr val="0D526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QFX5240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800G OSFP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[Ports 0, 34]</a:t>
              </a:r>
            </a:p>
          </p:txBody>
        </p:sp>
        <p:sp>
          <p:nvSpPr>
            <p:cNvPr id="8" name="Rounded Rectangle 26">
              <a:extLst>
                <a:ext uri="{FF2B5EF4-FFF2-40B4-BE49-F238E27FC236}">
                  <a16:creationId xmlns:a16="http://schemas.microsoft.com/office/drawing/2014/main" id="{81D6D06F-AA7B-83D7-2FA1-E8088558128E}"/>
                </a:ext>
              </a:extLst>
            </p:cNvPr>
            <p:cNvSpPr/>
            <p:nvPr/>
          </p:nvSpPr>
          <p:spPr>
            <a:xfrm>
              <a:off x="9005110" y="3822398"/>
              <a:ext cx="1598780" cy="610562"/>
            </a:xfrm>
            <a:prstGeom prst="roundRect">
              <a:avLst/>
            </a:prstGeom>
            <a:solidFill>
              <a:srgbClr val="0D5265"/>
            </a:solidFill>
            <a:ln w="12700" cap="flat" cmpd="sng" algn="ctr">
              <a:solidFill>
                <a:srgbClr val="0D526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400G Q112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MCB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B1FBC52-4D05-E16E-BB55-E86669CA37DD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8506132" y="4127679"/>
              <a:ext cx="498978" cy="135228"/>
            </a:xfrm>
            <a:prstGeom prst="straightConnector1">
              <a:avLst/>
            </a:prstGeom>
            <a:noFill/>
            <a:ln w="57150" cap="flat" cmpd="sng" algn="ctr">
              <a:solidFill>
                <a:srgbClr val="0D526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10" name="Rounded Rectangle 26">
              <a:extLst>
                <a:ext uri="{FF2B5EF4-FFF2-40B4-BE49-F238E27FC236}">
                  <a16:creationId xmlns:a16="http://schemas.microsoft.com/office/drawing/2014/main" id="{9B1B1843-CE9D-4542-9990-3938EADCD5D9}"/>
                </a:ext>
              </a:extLst>
            </p:cNvPr>
            <p:cNvSpPr/>
            <p:nvPr/>
          </p:nvSpPr>
          <p:spPr>
            <a:xfrm>
              <a:off x="4474140" y="5167500"/>
              <a:ext cx="2356834" cy="376707"/>
            </a:xfrm>
            <a:prstGeom prst="roundRect">
              <a:avLst/>
            </a:prstGeom>
            <a:solidFill>
              <a:srgbClr val="0D5265"/>
            </a:solidFill>
            <a:ln w="12700" cap="flat" cmpd="sng" algn="ctr">
              <a:solidFill>
                <a:srgbClr val="0D526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tricHPE"/>
                  <a:ea typeface="+mn-ea"/>
                  <a:cs typeface="+mn-cs"/>
                </a:rPr>
                <a:t>Credo 5m AEC Y-cable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1938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BEBD-3F0B-115C-D77B-9EF9485E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BA06-561E-2AF2-3CDD-8B67FC17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HW FA #2 – “BAD BATCH” Investigation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30D80-14F7-8440-5012-4EFE0689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AEDA-F13C-43B4-B3A8-D3983B745648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A441D7A-F762-6306-AD05-B043E0B91E48}"/>
              </a:ext>
            </a:extLst>
          </p:cNvPr>
          <p:cNvGraphicFramePr/>
          <p:nvPr/>
        </p:nvGraphicFramePr>
        <p:xfrm>
          <a:off x="665791" y="1499016"/>
          <a:ext cx="10956576" cy="46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816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7A1C-FA0A-EBED-3BBD-557A3B6D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E826-D220-5670-ADD8-B0D4A6BC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HW FA #3 – Power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2DA3D-E9BE-AAD2-D08B-C2D61533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AEDA-F13C-43B4-B3A8-D3983B745648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BAEC575-1A41-8FAF-5FD2-60D6FFB87F88}"/>
              </a:ext>
            </a:extLst>
          </p:cNvPr>
          <p:cNvGraphicFramePr/>
          <p:nvPr/>
        </p:nvGraphicFramePr>
        <p:xfrm>
          <a:off x="665791" y="1499016"/>
          <a:ext cx="10956576" cy="46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908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A424-D974-1BC2-ECC5-183AFD43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24B2-AD7D-F02F-8214-37646F67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HW FA #4 – Timing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D80049-B95B-D2E8-39E2-FA40D49C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AEDA-F13C-43B4-B3A8-D3983B745648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83AE36C-6CA4-4758-CF03-AF47CEA6F2A6}"/>
              </a:ext>
            </a:extLst>
          </p:cNvPr>
          <p:cNvGraphicFramePr/>
          <p:nvPr/>
        </p:nvGraphicFramePr>
        <p:xfrm>
          <a:off x="665791" y="1499016"/>
          <a:ext cx="10956576" cy="46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4541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D311D0-B6F9-E240-C915-11CD3DFE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AEDA-F13C-43B4-B3A8-D3983B745648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F7A94FD3-47DB-F61C-83D9-76BF44EE3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3" y="457056"/>
            <a:ext cx="9556251" cy="594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3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C8EB-8BC6-82C3-D52E-E40A2BB8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73A7-98F0-3F93-5330-8C6ED431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HW FA #5: EDVT with AEC = Replication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31F35-49EF-14E3-8406-BD1835AE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CAEDA-F13C-43B4-B3A8-D3983B745648}" type="slidenum">
              <a:rPr kumimoji="0" lang="en-US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6E71870-CB74-5BBA-B9BB-9E77C63E721E}"/>
              </a:ext>
            </a:extLst>
          </p:cNvPr>
          <p:cNvGraphicFramePr/>
          <p:nvPr/>
        </p:nvGraphicFramePr>
        <p:xfrm>
          <a:off x="665791" y="1499016"/>
          <a:ext cx="10956576" cy="46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147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CC3B-515B-B0D5-7BF8-5C7FE6B3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A3FF-A112-422D-F5EB-2358AD24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6593DE-12A5-AC38-CA8F-0100F82E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AB5AE-FECD-7063-94EA-B389CB8B551D}"/>
              </a:ext>
            </a:extLst>
          </p:cNvPr>
          <p:cNvSpPr txBox="1"/>
          <p:nvPr/>
        </p:nvSpPr>
        <p:spPr>
          <a:xfrm>
            <a:off x="665790" y="1731523"/>
            <a:ext cx="10880941" cy="2754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lvl="0" indent="-285750">
              <a:buFont typeface="Wingdings" pitchFamily="2" charset="2"/>
              <a:buChar char="§"/>
            </a:pPr>
            <a:r>
              <a:rPr lang="en-US"/>
              <a:t>Probes connected FA Unit 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/>
              <a:t>unit is being monitored for any new occurrence of the flap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/>
              <a:t>probes to monitor voltage for optics, chassis etc. 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/>
              <a:t>will use oscilloscope to monitor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endParaRPr lang="en-US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/>
              <a:t>Hardware Lab – 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r>
              <a:rPr lang="en-US"/>
              <a:t>Attaching probes and working through different parts of the clock tree</a:t>
            </a:r>
          </a:p>
          <a:p>
            <a:pPr marL="742939" lvl="1" indent="-285750">
              <a:buFont typeface="Courier New" panose="02070309020205020404" pitchFamily="49" charset="0"/>
              <a:buChar char="o"/>
            </a:pPr>
            <a:endParaRPr lang="en-US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/>
          </a:p>
          <a:p>
            <a:pPr marL="171450" indent="-171450" algn="l">
              <a:spcBef>
                <a:spcPts val="600"/>
              </a:spcBef>
              <a:buFont typeface="Wingdings" pitchFamily="2" charset="2"/>
              <a:buChar char="§"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36925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413892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BECB-CB9A-5117-29D0-669723CA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C05B-98A5-851F-7EAA-833D4E3D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Daily Status update – 12/18/2025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FA9043-3CFD-F940-F354-DDF69FFA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A88D82-FA60-89EB-0537-8FEC20FEB4D0}"/>
              </a:ext>
            </a:extLst>
          </p:cNvPr>
          <p:cNvGraphicFramePr/>
          <p:nvPr/>
        </p:nvGraphicFramePr>
        <p:xfrm>
          <a:off x="665791" y="1499016"/>
          <a:ext cx="10956576" cy="46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3864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A55DB-A3E1-B3D3-52DF-8F6E8601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F3BF-6FDC-EEEE-DCEB-8FAAE7DF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Systest</a:t>
            </a:r>
            <a:r>
              <a:rPr lang="en-US"/>
              <a:t> - Test bed # 1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F64522-A9F2-1696-775D-F540E32D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E13D25-4468-8A57-0255-0472691429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9895895"/>
              </p:ext>
            </p:extLst>
          </p:nvPr>
        </p:nvGraphicFramePr>
        <p:xfrm>
          <a:off x="665791" y="1499016"/>
          <a:ext cx="10956576" cy="463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7394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75D4-2CB0-6324-E04B-A25B75F6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67856-1714-06BF-E565-B4714904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6AF625-7352-EB2E-7C74-D1295E8B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9" y="1270359"/>
            <a:ext cx="4950907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DELL Server 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Server 1 : 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product: PowerEdge R760xa (SKU=0B72;ModelName=PowerEdge R760xa)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product: Intel(R) Xeon(R) Gold 5418Y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>
              <a:solidFill>
                <a:srgbClr val="000000"/>
              </a:solidFill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>
                <a:solidFill>
                  <a:srgbClr val="000000"/>
                </a:solidFill>
                <a:latin typeface="-apple-system"/>
              </a:rPr>
              <a:t>HPE: 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>
              <a:solidFill>
                <a:srgbClr val="000000"/>
              </a:solidFill>
              <a:latin typeface="-apple-system"/>
            </a:endParaRPr>
          </a:p>
          <a:p>
            <a:r>
              <a:rPr lang="en-US"/>
              <a:t>Server SKU: P52534-B21</a:t>
            </a:r>
          </a:p>
          <a:p>
            <a:r>
              <a:rPr lang="en-US"/>
              <a:t>Product: ProLiant DL380 Gen11 (P52534-B21)</a:t>
            </a:r>
          </a:p>
          <a:p>
            <a:r>
              <a:rPr lang="en-US"/>
              <a:t>CPU: Intel(R) Xeon(R) Gold 5416S</a:t>
            </a:r>
          </a:p>
          <a:p>
            <a:r>
              <a:rPr lang="en-US"/>
              <a:t>HOST OS: Ubuntu 22.04.5 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794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98CF-97AF-2097-0E88-540F3BE2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Scenario-1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C05CFC-075A-EA1D-18DB-032D6667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48008-E385-6B12-177C-768B387BA407}"/>
              </a:ext>
            </a:extLst>
          </p:cNvPr>
          <p:cNvSpPr txBox="1"/>
          <p:nvPr/>
        </p:nvSpPr>
        <p:spPr>
          <a:xfrm>
            <a:off x="665791" y="1267259"/>
            <a:ext cx="6912149" cy="227754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endParaRPr lang="en-US" sz="1200"/>
          </a:p>
          <a:p>
            <a:pPr>
              <a:spcBef>
                <a:spcPts val="600"/>
              </a:spcBef>
            </a:pPr>
            <a:r>
              <a:rPr lang="en-US" sz="1200"/>
              <a:t>Scenarios</a:t>
            </a:r>
          </a:p>
          <a:p>
            <a:pPr>
              <a:spcBef>
                <a:spcPts val="600"/>
              </a:spcBef>
            </a:pPr>
            <a:endParaRPr lang="en-US" sz="1200"/>
          </a:p>
          <a:p>
            <a:pPr>
              <a:spcBef>
                <a:spcPts val="600"/>
              </a:spcBef>
            </a:pPr>
            <a:r>
              <a:rPr lang="en-US" sz="1200"/>
              <a:t>1) Baseline functional test</a:t>
            </a:r>
          </a:p>
          <a:p>
            <a:pPr>
              <a:spcBef>
                <a:spcPts val="600"/>
              </a:spcBef>
            </a:pPr>
            <a:r>
              <a:rPr lang="en-US" sz="1200"/>
              <a:t>- Objective: confirm current state and capture baseline metrics.</a:t>
            </a:r>
          </a:p>
          <a:p>
            <a:pPr>
              <a:spcBef>
                <a:spcPts val="600"/>
              </a:spcBef>
            </a:pPr>
            <a:r>
              <a:rPr lang="en-US" sz="1200"/>
              <a:t>- Steps: run baseline capture; ping/test traffic across et-0/0/14:0; monitor sensors for 30–60 minutes.</a:t>
            </a:r>
          </a:p>
          <a:p>
            <a:pPr>
              <a:spcBef>
                <a:spcPts val="600"/>
              </a:spcBef>
            </a:pPr>
            <a:r>
              <a:rPr lang="en-US" sz="1200"/>
              <a:t>- Expected: stable link, normal temps, logged baseline.</a:t>
            </a:r>
          </a:p>
          <a:p>
            <a:pPr>
              <a:spcBef>
                <a:spcPts val="600"/>
              </a:spcBef>
            </a:pPr>
            <a:endParaRPr lang="en-US" sz="1200"/>
          </a:p>
          <a:p>
            <a:pPr>
              <a:spcBef>
                <a:spcPts val="600"/>
              </a:spcBef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68772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2910-7A32-DD6C-CDCF-C1E8075B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SCENARIO-2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63A3C-7499-FD70-B05A-710A611B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7E616-8078-C284-1675-646B701052C2}"/>
              </a:ext>
            </a:extLst>
          </p:cNvPr>
          <p:cNvSpPr txBox="1"/>
          <p:nvPr/>
        </p:nvSpPr>
        <p:spPr>
          <a:xfrm>
            <a:off x="665791" y="1367286"/>
            <a:ext cx="609946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2) Reboot / recovery verification</a:t>
            </a:r>
          </a:p>
          <a:p>
            <a:pPr>
              <a:spcBef>
                <a:spcPts val="600"/>
              </a:spcBef>
            </a:pPr>
            <a:r>
              <a:rPr lang="en-US" sz="1400"/>
              <a:t>- Objective: confirm whether reboot permanently clears issue.</a:t>
            </a:r>
          </a:p>
          <a:p>
            <a:pPr>
              <a:spcBef>
                <a:spcPts val="600"/>
              </a:spcBef>
            </a:pPr>
            <a:r>
              <a:rPr lang="en-US" sz="1400"/>
              <a:t>- Steps: if flap observed, record pre-reboot state, perform controlled soft reboot of switch, bring back to same traffic profile, monitor for 24 hours (or agreed period).</a:t>
            </a:r>
          </a:p>
          <a:p>
            <a:pPr>
              <a:spcBef>
                <a:spcPts val="600"/>
              </a:spcBef>
            </a:pPr>
            <a:r>
              <a:rPr lang="en-US" sz="1400"/>
              <a:t>- Variations: immediate reboot after flap; delayed reboot (e.g., 15/30/60 minutes after flap).</a:t>
            </a:r>
          </a:p>
          <a:p>
            <a:pPr>
              <a:spcBef>
                <a:spcPts val="600"/>
              </a:spcBef>
            </a:pPr>
            <a:r>
              <a:rPr lang="en-US" sz="1400"/>
              <a:t>- Expected: if reboot is a durable fix, no further flaps in monitoring window. If flaps recur, capture time-to-failure and correlate logs.</a:t>
            </a:r>
          </a:p>
          <a:p>
            <a:pPr>
              <a:spcBef>
                <a:spcPts val="600"/>
              </a:spcBef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865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FC01-37B8-6CEC-3C23-317979A1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SCENARIO-3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053C66-2EA5-0E22-FC4F-5A0757DE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8FD90-146D-9337-4D70-93EBDB1E0A02}"/>
              </a:ext>
            </a:extLst>
          </p:cNvPr>
          <p:cNvSpPr txBox="1"/>
          <p:nvPr/>
        </p:nvSpPr>
        <p:spPr>
          <a:xfrm>
            <a:off x="665790" y="1722677"/>
            <a:ext cx="105563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800"/>
              <a:t>3) Repeatability / stress replay</a:t>
            </a:r>
          </a:p>
          <a:p>
            <a:pPr>
              <a:spcBef>
                <a:spcPts val="600"/>
              </a:spcBef>
            </a:pPr>
            <a:r>
              <a:rPr lang="en-US" sz="1800"/>
              <a:t>- Objective: reproduce flap under controlled load to determine reproducibility.</a:t>
            </a:r>
          </a:p>
          <a:p>
            <a:pPr>
              <a:spcBef>
                <a:spcPts val="600"/>
              </a:spcBef>
            </a:pPr>
            <a:r>
              <a:rPr lang="en-US" sz="1800"/>
              <a:t>- Steps: generate high-rate traffic, mix of L2/L3 flows, synthetic packet bursts, and sustained flows; run traffic ramp-up/ramp-down cycles. Repeat cycles multiple times.</a:t>
            </a:r>
          </a:p>
          <a:p>
            <a:pPr>
              <a:spcBef>
                <a:spcPts val="600"/>
              </a:spcBef>
            </a:pPr>
            <a:r>
              <a:rPr lang="en-US" sz="1800"/>
              <a:t>- Duration: 6–24 hours or until flap reproduces.</a:t>
            </a:r>
          </a:p>
          <a:p>
            <a:pPr>
              <a:spcBef>
                <a:spcPts val="600"/>
              </a:spcBef>
            </a:pPr>
            <a:r>
              <a:rPr lang="en-US" sz="1800"/>
              <a:t>- Expected: reproduce flap if traffic-related. Capture CPU, mem, interrupts, and ASIC counters.</a:t>
            </a:r>
          </a:p>
        </p:txBody>
      </p:sp>
    </p:spTree>
    <p:extLst>
      <p:ext uri="{BB962C8B-B14F-4D97-AF65-F5344CB8AC3E}">
        <p14:creationId xmlns:p14="http://schemas.microsoft.com/office/powerpoint/2010/main" val="1194899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6579-7C9A-E04A-E11B-4AA2F7BE4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063AC6-D874-4146-4E3E-215ACF1F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5AF8A-56D6-ACEB-8539-C119287E85AD}"/>
              </a:ext>
            </a:extLst>
          </p:cNvPr>
          <p:cNvSpPr txBox="1"/>
          <p:nvPr/>
        </p:nvSpPr>
        <p:spPr>
          <a:xfrm>
            <a:off x="665791" y="1366550"/>
            <a:ext cx="901411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000"/>
              <a:t>4) Thermal stress (EDVT chamber)</a:t>
            </a:r>
          </a:p>
          <a:p>
            <a:pPr>
              <a:spcBef>
                <a:spcPts val="600"/>
              </a:spcBef>
            </a:pPr>
            <a:r>
              <a:rPr lang="en-US" sz="1000"/>
              <a:t>- Objective: test thermal sensitivity of chassis / optics to ambient changes.</a:t>
            </a:r>
          </a:p>
          <a:p>
            <a:pPr>
              <a:spcBef>
                <a:spcPts val="600"/>
              </a:spcBef>
            </a:pPr>
            <a:r>
              <a:rPr lang="en-US" sz="1000"/>
              <a:t>- Steps: place chassis in thermal chamber; run defined temperature profile: ramp up from ambient to high operating temp in steps (e.g., 25°C -&gt; 40°C -&gt; 55°C), hold at each step for set period (e.g., 30–60 minutes); monitor fan speed behavior, board temps, and link stability.</a:t>
            </a:r>
          </a:p>
          <a:p>
            <a:pPr>
              <a:spcBef>
                <a:spcPts val="600"/>
              </a:spcBef>
            </a:pPr>
            <a:r>
              <a:rPr lang="en-US" sz="1000"/>
              <a:t>- Also record front/back ambient temps and take photos at each stage.</a:t>
            </a:r>
          </a:p>
          <a:p>
            <a:pPr>
              <a:spcBef>
                <a:spcPts val="600"/>
              </a:spcBef>
            </a:pPr>
            <a:r>
              <a:rPr lang="en-US" sz="1000"/>
              <a:t>- Variations: rapid temp transitions vs slow ramps.</a:t>
            </a:r>
          </a:p>
          <a:p>
            <a:pPr>
              <a:spcBef>
                <a:spcPts val="600"/>
              </a:spcBef>
            </a:pPr>
            <a:r>
              <a:rPr lang="en-US" sz="1000"/>
              <a:t>- Expected: identify temperature thresholds where flaps or increased fan speeds correlate.</a:t>
            </a:r>
          </a:p>
          <a:p>
            <a:pPr>
              <a:spcBef>
                <a:spcPts val="600"/>
              </a:spcBef>
            </a:pPr>
            <a:endParaRPr lang="en-US" sz="1000"/>
          </a:p>
          <a:p>
            <a:pPr>
              <a:spcBef>
                <a:spcPts val="600"/>
              </a:spcBef>
            </a:pPr>
            <a:r>
              <a:rPr lang="en-US" sz="1000"/>
              <a:t>5) Soak test / long-duration run</a:t>
            </a:r>
          </a:p>
          <a:p>
            <a:pPr>
              <a:spcBef>
                <a:spcPts val="600"/>
              </a:spcBef>
            </a:pPr>
            <a:r>
              <a:rPr lang="en-US" sz="1000"/>
              <a:t>- Objective: reveal intermittent or latent issues.</a:t>
            </a:r>
          </a:p>
          <a:p>
            <a:pPr>
              <a:spcBef>
                <a:spcPts val="600"/>
              </a:spcBef>
            </a:pPr>
            <a:r>
              <a:rPr lang="en-US" sz="1000"/>
              <a:t>- Steps: run steady-state traffic and monitoring for 24–72 hours with periodic health checks.</a:t>
            </a:r>
          </a:p>
          <a:p>
            <a:pPr>
              <a:spcBef>
                <a:spcPts val="600"/>
              </a:spcBef>
            </a:pPr>
            <a:r>
              <a:rPr lang="en-US" sz="1000"/>
              <a:t>- Expected: no flaps (pass) or intermittent failures (fail + correlation).</a:t>
            </a:r>
          </a:p>
          <a:p>
            <a:pPr>
              <a:spcBef>
                <a:spcPts val="600"/>
              </a:spcBef>
            </a:pPr>
            <a:endParaRPr lang="en-US" sz="1000"/>
          </a:p>
          <a:p>
            <a:pPr>
              <a:spcBef>
                <a:spcPts val="600"/>
              </a:spcBef>
            </a:pPr>
            <a:r>
              <a:rPr lang="en-US" sz="1000"/>
              <a:t>6) Transceiver / module isolation</a:t>
            </a:r>
          </a:p>
          <a:p>
            <a:pPr>
              <a:spcBef>
                <a:spcPts val="600"/>
              </a:spcBef>
            </a:pPr>
            <a:r>
              <a:rPr lang="en-US" sz="1000"/>
              <a:t>- Objective: determine if Credo AEC transceiver (OSFP/QSFP) is implicated.</a:t>
            </a:r>
          </a:p>
          <a:p>
            <a:pPr>
              <a:spcBef>
                <a:spcPts val="600"/>
              </a:spcBef>
            </a:pPr>
            <a:r>
              <a:rPr lang="en-US" sz="1000"/>
              <a:t>- Steps: test with known-good spare transceiver of same type; swap OSFP/QSFP sides; test with different ports/cables; run optics diagnostics (temperature, voltage, bias current).</a:t>
            </a:r>
          </a:p>
          <a:p>
            <a:pPr>
              <a:spcBef>
                <a:spcPts val="600"/>
              </a:spcBef>
            </a:pPr>
            <a:r>
              <a:rPr lang="en-US" sz="1000"/>
              <a:t>- Expected: if flap disappears with different transceiver, module implicated.</a:t>
            </a:r>
          </a:p>
          <a:p>
            <a:pPr>
              <a:spcBef>
                <a:spcPts val="600"/>
              </a:spcBef>
            </a:pPr>
            <a:endParaRPr lang="en-US" sz="1000"/>
          </a:p>
          <a:p>
            <a:pPr>
              <a:spcBef>
                <a:spcPts val="600"/>
              </a:spcBef>
            </a:pPr>
            <a:r>
              <a:rPr lang="en-US" sz="1000"/>
              <a:t>7) Port/Link isolation and adjacency testing</a:t>
            </a:r>
          </a:p>
          <a:p>
            <a:pPr>
              <a:spcBef>
                <a:spcPts val="600"/>
              </a:spcBef>
            </a:pPr>
            <a:r>
              <a:rPr lang="en-US" sz="1000"/>
              <a:t>- Objective: check cabling, peer device behavior, and port-level settings.</a:t>
            </a:r>
          </a:p>
          <a:p>
            <a:pPr>
              <a:spcBef>
                <a:spcPts val="600"/>
              </a:spcBef>
            </a:pPr>
            <a:r>
              <a:rPr lang="en-US" sz="1000"/>
              <a:t>- Steps: move the affected server to a different port, connect to a different switch, test split-mac/duplex/speed settings, run loopback tests.</a:t>
            </a:r>
          </a:p>
          <a:p>
            <a:pPr>
              <a:spcBef>
                <a:spcPts val="600"/>
              </a:spcBef>
            </a:pPr>
            <a:r>
              <a:rPr lang="en-US" sz="1000"/>
              <a:t>- Expected: if flap follows server or cable, isolate hardware; if remains on chassis port, suspect switch HW/SW.</a:t>
            </a:r>
          </a:p>
          <a:p>
            <a:pPr>
              <a:spcBef>
                <a:spcPts val="600"/>
              </a:spcBef>
            </a:pPr>
            <a:endParaRPr lang="en-US" sz="1000"/>
          </a:p>
          <a:p>
            <a:pPr>
              <a:spcBef>
                <a:spcPts val="600"/>
              </a:spcBef>
            </a:pPr>
            <a:r>
              <a:rPr lang="en-US" sz="1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5690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712E-60A9-1F79-8A42-3BA8120D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0B0C2A-5AFC-06E4-D70D-BD94575B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AEDA-F13C-43B4-B3A8-D3983B745648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570AE-D062-2A42-1D93-A5C2659F6F4D}"/>
              </a:ext>
            </a:extLst>
          </p:cNvPr>
          <p:cNvSpPr txBox="1"/>
          <p:nvPr/>
        </p:nvSpPr>
        <p:spPr>
          <a:xfrm>
            <a:off x="569633" y="1497279"/>
            <a:ext cx="10992810" cy="6140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800"/>
              <a:t>8) Firmware / software regression test</a:t>
            </a:r>
          </a:p>
          <a:p>
            <a:pPr>
              <a:spcBef>
                <a:spcPts val="600"/>
              </a:spcBef>
            </a:pPr>
            <a:r>
              <a:rPr lang="en-US" sz="800"/>
              <a:t>- Objective: check for known bugs in current software/firmware.</a:t>
            </a:r>
          </a:p>
          <a:p>
            <a:pPr>
              <a:spcBef>
                <a:spcPts val="600"/>
              </a:spcBef>
            </a:pPr>
            <a:r>
              <a:rPr lang="en-US" sz="800"/>
              <a:t>- Steps: reproduce on same software version; if reproduces, test on alternative stable/patch versions (lab validation) and collect debug logs.</a:t>
            </a:r>
          </a:p>
          <a:p>
            <a:pPr>
              <a:spcBef>
                <a:spcPts val="600"/>
              </a:spcBef>
            </a:pPr>
            <a:r>
              <a:rPr lang="en-US" sz="800"/>
              <a:t>- Expected: identify SW-linked issue if flap behavior changes with version.</a:t>
            </a:r>
          </a:p>
          <a:p>
            <a:pPr>
              <a:spcBef>
                <a:spcPts val="600"/>
              </a:spcBef>
            </a:pPr>
            <a:endParaRPr lang="en-US" sz="800"/>
          </a:p>
          <a:p>
            <a:pPr>
              <a:spcBef>
                <a:spcPts val="600"/>
              </a:spcBef>
            </a:pPr>
            <a:r>
              <a:rPr lang="en-US" sz="800"/>
              <a:t>9) Power / thermal coupling test</a:t>
            </a:r>
          </a:p>
          <a:p>
            <a:pPr>
              <a:spcBef>
                <a:spcPts val="600"/>
              </a:spcBef>
            </a:pPr>
            <a:r>
              <a:rPr lang="en-US" sz="800"/>
              <a:t>- Objective: rule out power/thermal interaction (fans, PSU).</a:t>
            </a:r>
          </a:p>
          <a:p>
            <a:pPr>
              <a:spcBef>
                <a:spcPts val="600"/>
              </a:spcBef>
            </a:pPr>
            <a:r>
              <a:rPr lang="en-US" sz="800"/>
              <a:t>- Steps: monitor PSU voltages, currents; test with redundant PSU combos; vary ambient cooling; observe fan speed thresholds and any correlation to flaps.</a:t>
            </a:r>
          </a:p>
          <a:p>
            <a:pPr>
              <a:spcBef>
                <a:spcPts val="600"/>
              </a:spcBef>
            </a:pPr>
            <a:r>
              <a:rPr lang="en-US" sz="800"/>
              <a:t>- Expected: identify PSU or thermal control correlation.</a:t>
            </a:r>
          </a:p>
          <a:p>
            <a:pPr>
              <a:spcBef>
                <a:spcPts val="600"/>
              </a:spcBef>
            </a:pPr>
            <a:endParaRPr lang="en-US" sz="800"/>
          </a:p>
          <a:p>
            <a:pPr>
              <a:spcBef>
                <a:spcPts val="600"/>
              </a:spcBef>
            </a:pPr>
            <a:r>
              <a:rPr lang="en-US" sz="800"/>
              <a:t>10) Probe testing / post-move verification</a:t>
            </a:r>
          </a:p>
          <a:p>
            <a:pPr>
              <a:spcBef>
                <a:spcPts val="600"/>
              </a:spcBef>
            </a:pPr>
            <a:r>
              <a:rPr lang="en-US" sz="800"/>
              <a:t>- Objective: confirm behavior after device relocation (Probe testing).</a:t>
            </a:r>
          </a:p>
          <a:p>
            <a:pPr>
              <a:spcBef>
                <a:spcPts val="600"/>
              </a:spcBef>
            </a:pPr>
            <a:r>
              <a:rPr lang="en-US" sz="800"/>
              <a:t>- Steps: repeat baseline and stress tests after move; compare event logs pre/post move.</a:t>
            </a:r>
          </a:p>
          <a:p>
            <a:pPr>
              <a:spcBef>
                <a:spcPts val="600"/>
              </a:spcBef>
            </a:pPr>
            <a:r>
              <a:rPr lang="en-US" sz="800"/>
              <a:t>- Expected: ensure flap not introduced by handling or environment.</a:t>
            </a:r>
          </a:p>
          <a:p>
            <a:pPr>
              <a:spcBef>
                <a:spcPts val="600"/>
              </a:spcBef>
            </a:pPr>
            <a:endParaRPr lang="en-US" sz="800"/>
          </a:p>
          <a:p>
            <a:pPr>
              <a:spcBef>
                <a:spcPts val="600"/>
              </a:spcBef>
            </a:pPr>
            <a:r>
              <a:rPr lang="en-US" sz="800"/>
              <a:t>Reporting requirements for each scenario</a:t>
            </a:r>
          </a:p>
          <a:p>
            <a:pPr>
              <a:spcBef>
                <a:spcPts val="600"/>
              </a:spcBef>
            </a:pPr>
            <a:r>
              <a:rPr lang="en-US" sz="800"/>
              <a:t>- Timestamped logs, packet captures, sensor data (CSV), photos (front/back, transceiver sides), and a short summary: test steps, duration, observed events, time-to-fail (if any), and preliminary cause hypothesis.</a:t>
            </a:r>
          </a:p>
          <a:p>
            <a:pPr>
              <a:spcBef>
                <a:spcPts val="600"/>
              </a:spcBef>
            </a:pPr>
            <a:r>
              <a:rPr lang="en-US" sz="800"/>
              <a:t>- Recommendation: tag each run with an ID and store artifacts in shared location for analysis.</a:t>
            </a:r>
          </a:p>
          <a:p>
            <a:pPr>
              <a:spcBef>
                <a:spcPts val="600"/>
              </a:spcBef>
            </a:pPr>
            <a:endParaRPr lang="en-US" sz="800"/>
          </a:p>
          <a:p>
            <a:pPr>
              <a:spcBef>
                <a:spcPts val="600"/>
              </a:spcBef>
            </a:pPr>
            <a:r>
              <a:rPr lang="en-US" sz="800"/>
              <a:t>Priority execution order</a:t>
            </a:r>
          </a:p>
          <a:p>
            <a:pPr>
              <a:spcBef>
                <a:spcPts val="600"/>
              </a:spcBef>
            </a:pPr>
            <a:r>
              <a:rPr lang="en-US" sz="800"/>
              <a:t>1. Baseline capture</a:t>
            </a:r>
          </a:p>
          <a:p>
            <a:pPr>
              <a:spcBef>
                <a:spcPts val="600"/>
              </a:spcBef>
            </a:pPr>
            <a:r>
              <a:rPr lang="en-US" sz="800"/>
              <a:t>2. Reboot verification (short-term then extended monitoring)</a:t>
            </a:r>
          </a:p>
          <a:p>
            <a:pPr>
              <a:spcBef>
                <a:spcPts val="600"/>
              </a:spcBef>
            </a:pPr>
            <a:r>
              <a:rPr lang="en-US" sz="800"/>
              <a:t>3. Thermal chamber stress</a:t>
            </a:r>
          </a:p>
          <a:p>
            <a:pPr>
              <a:spcBef>
                <a:spcPts val="600"/>
              </a:spcBef>
            </a:pPr>
            <a:r>
              <a:rPr lang="en-US" sz="800"/>
              <a:t>4. Transceiver isolation</a:t>
            </a:r>
          </a:p>
          <a:p>
            <a:pPr>
              <a:spcBef>
                <a:spcPts val="600"/>
              </a:spcBef>
            </a:pPr>
            <a:r>
              <a:rPr lang="en-US" sz="800"/>
              <a:t>5. High-load stress &amp; repeatability</a:t>
            </a:r>
          </a:p>
          <a:p>
            <a:pPr>
              <a:spcBef>
                <a:spcPts val="600"/>
              </a:spcBef>
            </a:pPr>
            <a:r>
              <a:rPr lang="en-US" sz="800"/>
              <a:t>6. Soak test</a:t>
            </a:r>
          </a:p>
          <a:p>
            <a:pPr>
              <a:spcBef>
                <a:spcPts val="600"/>
              </a:spcBef>
            </a:pPr>
            <a:r>
              <a:rPr lang="en-US" sz="800"/>
              <a:t>7. Firmware regression and power tests</a:t>
            </a:r>
          </a:p>
          <a:p>
            <a:pPr>
              <a:spcBef>
                <a:spcPts val="600"/>
              </a:spcBef>
            </a:pPr>
            <a:r>
              <a:rPr lang="en-US" sz="800"/>
              <a:t>8. Probe/move verification</a:t>
            </a:r>
          </a:p>
          <a:p>
            <a:pPr>
              <a:spcBef>
                <a:spcPts val="600"/>
              </a:spcBef>
            </a:pPr>
            <a:endParaRPr lang="en-US" sz="800"/>
          </a:p>
          <a:p>
            <a:pPr>
              <a:spcBef>
                <a:spcPts val="600"/>
              </a:spcBef>
            </a:pPr>
            <a:r>
              <a:rPr lang="en-US" sz="800"/>
              <a:t>If you want, I can convert these into a checklist with estimated durations and owners for each test</a:t>
            </a:r>
          </a:p>
        </p:txBody>
      </p:sp>
    </p:spTree>
    <p:extLst>
      <p:ext uri="{BB962C8B-B14F-4D97-AF65-F5344CB8AC3E}">
        <p14:creationId xmlns:p14="http://schemas.microsoft.com/office/powerpoint/2010/main" val="1785761497"/>
      </p:ext>
    </p:extLst>
  </p:cSld>
  <p:clrMapOvr>
    <a:masterClrMapping/>
  </p:clrMapOvr>
</p:sld>
</file>

<file path=ppt/theme/theme1.xml><?xml version="1.0" encoding="utf-8"?>
<a:theme xmlns:a="http://schemas.openxmlformats.org/drawingml/2006/main" name="Juniper white">
  <a:themeElements>
    <a:clrScheme name="Juniper extended">
      <a:dk1>
        <a:srgbClr val="646464"/>
      </a:dk1>
      <a:lt1>
        <a:srgbClr val="FFFFFF"/>
      </a:lt1>
      <a:dk2>
        <a:srgbClr val="B6B8B9"/>
      </a:dk2>
      <a:lt2>
        <a:srgbClr val="FFFFFF"/>
      </a:lt2>
      <a:accent1>
        <a:srgbClr val="84B135"/>
      </a:accent1>
      <a:accent2>
        <a:srgbClr val="0097A5"/>
      </a:accent2>
      <a:accent3>
        <a:srgbClr val="CFDD45"/>
      </a:accent3>
      <a:accent4>
        <a:srgbClr val="44CCDF"/>
      </a:accent4>
      <a:accent5>
        <a:srgbClr val="FFB71B"/>
      </a:accent5>
      <a:accent6>
        <a:srgbClr val="E43D30"/>
      </a:accent6>
      <a:hlink>
        <a:srgbClr val="84B135"/>
      </a:hlink>
      <a:folHlink>
        <a:srgbClr val="752157"/>
      </a:folHlink>
    </a:clrScheme>
    <a:fontScheme name="a-lato light reg">
      <a:majorFont>
        <a:latin typeface="Lato Medium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19-PPT-Template-v4" id="{9B6218B3-2116-4462-A7C7-A64C754FFCE5}" vid="{6EC29BFB-BCC7-4BF7-9172-7299A9330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a3ce5a06-b323-45b4-8d97-2f59321c9a5a" ContentTypeId="0x0101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9EDFC237FF7D4C91C9F6A7DD1FAD44" ma:contentTypeVersion="22" ma:contentTypeDescription="Create a new document." ma:contentTypeScope="" ma:versionID="7504dc97ae5f9264a3edc928a8acf82d">
  <xsd:schema xmlns:xsd="http://www.w3.org/2001/XMLSchema" xmlns:xs="http://www.w3.org/2001/XMLSchema" xmlns:p="http://schemas.microsoft.com/office/2006/metadata/properties" xmlns:ns2="f8b3ded3-708e-4d14-a06a-89bc546f69d3" xmlns:ns3="15588348-4f2c-4ad0-8e33-b79ed920d958" targetNamespace="http://schemas.microsoft.com/office/2006/metadata/properties" ma:root="true" ma:fieldsID="81943c5f4c23b1d69eb1645e1ac845c1" ns2:_="" ns3:_="">
    <xsd:import namespace="f8b3ded3-708e-4d14-a06a-89bc546f69d3"/>
    <xsd:import namespace="15588348-4f2c-4ad0-8e33-b79ed920d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ded3-708e-4d14-a06a-89bc546f69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a3ce5a06-b323-45b4-8d97-2f59321c9a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88348-4f2c-4ad0-8e33-b79ed920d95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6a1897f-99aa-4b1f-bb37-f21867025e7e}" ma:internalName="TaxCatchAll" ma:showField="CatchAllData" ma:web="15588348-4f2c-4ad0-8e33-b79ed920d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b3ded3-708e-4d14-a06a-89bc546f69d3">
      <Terms xmlns="http://schemas.microsoft.com/office/infopath/2007/PartnerControls"/>
    </lcf76f155ced4ddcb4097134ff3c332f>
    <TaxCatchAll xmlns="15588348-4f2c-4ad0-8e33-b79ed920d958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63A966-D280-464B-B09D-DD86C2650888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69AA23CC-AF94-47CF-9317-D48B6A342A01}">
  <ds:schemaRefs>
    <ds:schemaRef ds:uri="15588348-4f2c-4ad0-8e33-b79ed920d958"/>
    <ds:schemaRef ds:uri="f8b3ded3-708e-4d14-a06a-89bc546f69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A2C58C1-50D2-497A-B6DA-4DD9A48C4C50}">
  <ds:schemaRefs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15588348-4f2c-4ad0-8e33-b79ed920d958"/>
    <ds:schemaRef ds:uri="f8b3ded3-708e-4d14-a06a-89bc546f69d3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3FA6CF26-0D6D-4121-8117-0DCEABB686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2019-PPT-Template-v4</Template>
  <TotalTime>0</TotalTime>
  <Words>2202</Words>
  <Application>Microsoft Macintosh PowerPoint</Application>
  <PresentationFormat>Widescreen</PresentationFormat>
  <Paragraphs>293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-apple-system</vt:lpstr>
      <vt:lpstr>Aptos</vt:lpstr>
      <vt:lpstr>Arial</vt:lpstr>
      <vt:lpstr>Calibri</vt:lpstr>
      <vt:lpstr>Courier New</vt:lpstr>
      <vt:lpstr>Lato</vt:lpstr>
      <vt:lpstr>Lato Light</vt:lpstr>
      <vt:lpstr>Lato Medium</vt:lpstr>
      <vt:lpstr>MetricHPE</vt:lpstr>
      <vt:lpstr>Wingdings</vt:lpstr>
      <vt:lpstr>Juniper white</vt:lpstr>
      <vt:lpstr>Link flap issue - status update</vt:lpstr>
      <vt:lpstr>PowerPoint Presentation</vt:lpstr>
      <vt:lpstr>SysTest Reproduction Summary </vt:lpstr>
      <vt:lpstr>Juniper Lab Topology – XAI Flap </vt:lpstr>
      <vt:lpstr>PowerPoint Presentation</vt:lpstr>
      <vt:lpstr>HW LAB </vt:lpstr>
      <vt:lpstr>HW FA #1 – OPTICS (ODVT) testing for aEC on QFX5240</vt:lpstr>
      <vt:lpstr>HW FA #2 – “BAD BATCH” Investigation</vt:lpstr>
      <vt:lpstr>HW FA #3 – Power</vt:lpstr>
      <vt:lpstr>HW FA #4 – Timing</vt:lpstr>
      <vt:lpstr>PowerPoint Presentation</vt:lpstr>
      <vt:lpstr>HW FA #5: EDVT with AEC = Replication</vt:lpstr>
      <vt:lpstr>Next steps</vt:lpstr>
      <vt:lpstr>PowerPoint Presentation</vt:lpstr>
      <vt:lpstr>Daily Status update – 12/18/2025</vt:lpstr>
      <vt:lpstr>Systest - Test bed # 1 </vt:lpstr>
      <vt:lpstr>PowerPoint Presentation</vt:lpstr>
      <vt:lpstr>Scenario-1</vt:lpstr>
      <vt:lpstr>SCENARIO-2</vt:lpstr>
      <vt:lpstr>SCENARIO-3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Maricel Lennon</dc:creator>
  <cp:lastModifiedBy>Suraj Sharma</cp:lastModifiedBy>
  <cp:revision>1</cp:revision>
  <cp:lastPrinted>2020-01-13T15:32:06Z</cp:lastPrinted>
  <dcterms:created xsi:type="dcterms:W3CDTF">2018-12-26T17:36:31Z</dcterms:created>
  <dcterms:modified xsi:type="dcterms:W3CDTF">2025-12-19T05:48:24Z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33b888-ae0d-4341-a75f-06e04137d755_Enabled">
    <vt:lpwstr>true</vt:lpwstr>
  </property>
  <property fmtid="{D5CDD505-2E9C-101B-9397-08002B2CF9AE}" pid="3" name="MSIP_Label_0633b888-ae0d-4341-a75f-06e04137d755_SetDate">
    <vt:lpwstr>2025-12-18T05:08:50Z</vt:lpwstr>
  </property>
  <property fmtid="{D5CDD505-2E9C-101B-9397-08002B2CF9AE}" pid="4" name="MSIP_Label_0633b888-ae0d-4341-a75f-06e04137d755_Method">
    <vt:lpwstr>Standard</vt:lpwstr>
  </property>
  <property fmtid="{D5CDD505-2E9C-101B-9397-08002B2CF9AE}" pid="5" name="MSIP_Label_0633b888-ae0d-4341-a75f-06e04137d755_Name">
    <vt:lpwstr>0633b888-ae0d-4341-a75f-06e04137d755</vt:lpwstr>
  </property>
  <property fmtid="{D5CDD505-2E9C-101B-9397-08002B2CF9AE}" pid="6" name="MSIP_Label_0633b888-ae0d-4341-a75f-06e04137d755_SiteId">
    <vt:lpwstr>bea78b3c-4cdb-4130-854a-1d193232e5f4</vt:lpwstr>
  </property>
  <property fmtid="{D5CDD505-2E9C-101B-9397-08002B2CF9AE}" pid="7" name="MSIP_Label_0633b888-ae0d-4341-a75f-06e04137d755_ActionId">
    <vt:lpwstr>80be0119-7ce3-4998-b092-5107366a4b83</vt:lpwstr>
  </property>
  <property fmtid="{D5CDD505-2E9C-101B-9397-08002B2CF9AE}" pid="8" name="MSIP_Label_0633b888-ae0d-4341-a75f-06e04137d755_ContentBits">
    <vt:lpwstr>2</vt:lpwstr>
  </property>
  <property fmtid="{D5CDD505-2E9C-101B-9397-08002B2CF9AE}" pid="9" name="MSIP_Label_0633b888-ae0d-4341-a75f-06e04137d755_Tag">
    <vt:lpwstr>50, 3, 0, 1</vt:lpwstr>
  </property>
  <property fmtid="{D5CDD505-2E9C-101B-9397-08002B2CF9AE}" pid="10" name="ClassificationContentMarkingFooterLocations">
    <vt:lpwstr>Juniper white:8</vt:lpwstr>
  </property>
  <property fmtid="{D5CDD505-2E9C-101B-9397-08002B2CF9AE}" pid="11" name="ClassificationContentMarkingFooterText">
    <vt:lpwstr>Juniper Business Use Only</vt:lpwstr>
  </property>
  <property fmtid="{D5CDD505-2E9C-101B-9397-08002B2CF9AE}" pid="12" name="ContentTypeId">
    <vt:lpwstr>0x010100079EDFC237FF7D4C91C9F6A7DD1FAD44</vt:lpwstr>
  </property>
  <property fmtid="{D5CDD505-2E9C-101B-9397-08002B2CF9AE}" pid="13" name="MediaServiceImageTags">
    <vt:lpwstr/>
  </property>
</Properties>
</file>